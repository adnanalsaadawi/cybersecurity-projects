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  <p:sldId id="266" r:id="rId10"/>
    <p:sldId id="265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F17072-A3A1-4A50-9F08-F7BC94522E8C}" v="191" dt="2025-04-10T11:40:13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saadawi, Adnan A" userId="0ef455d5-b8b5-4038-8543-79757a7095d7" providerId="ADAL" clId="{AFF17072-A3A1-4A50-9F08-F7BC94522E8C}"/>
    <pc:docChg chg="undo custSel addSld delSld modSld sldOrd">
      <pc:chgData name="Alsaadawi, Adnan A" userId="0ef455d5-b8b5-4038-8543-79757a7095d7" providerId="ADAL" clId="{AFF17072-A3A1-4A50-9F08-F7BC94522E8C}" dt="2025-04-10T12:36:51.848" v="700" actId="20577"/>
      <pc:docMkLst>
        <pc:docMk/>
      </pc:docMkLst>
      <pc:sldChg chg="modSp mod">
        <pc:chgData name="Alsaadawi, Adnan A" userId="0ef455d5-b8b5-4038-8543-79757a7095d7" providerId="ADAL" clId="{AFF17072-A3A1-4A50-9F08-F7BC94522E8C}" dt="2025-04-10T01:15:47.030" v="531" actId="120"/>
        <pc:sldMkLst>
          <pc:docMk/>
          <pc:sldMk cId="232984622" sldId="256"/>
        </pc:sldMkLst>
        <pc:spChg chg="mod">
          <ac:chgData name="Alsaadawi, Adnan A" userId="0ef455d5-b8b5-4038-8543-79757a7095d7" providerId="ADAL" clId="{AFF17072-A3A1-4A50-9F08-F7BC94522E8C}" dt="2025-04-10T01:15:47.030" v="531" actId="120"/>
          <ac:spMkLst>
            <pc:docMk/>
            <pc:sldMk cId="232984622" sldId="256"/>
            <ac:spMk id="2" creationId="{6BD92C98-822D-83AE-EF94-786E7589890F}"/>
          </ac:spMkLst>
        </pc:spChg>
        <pc:spChg chg="mod">
          <ac:chgData name="Alsaadawi, Adnan A" userId="0ef455d5-b8b5-4038-8543-79757a7095d7" providerId="ADAL" clId="{AFF17072-A3A1-4A50-9F08-F7BC94522E8C}" dt="2025-04-10T01:02:26.424" v="428" actId="2711"/>
          <ac:spMkLst>
            <pc:docMk/>
            <pc:sldMk cId="232984622" sldId="256"/>
            <ac:spMk id="3" creationId="{C4DC2CB6-B7D2-1000-670D-8496929A2642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232984622" sldId="256"/>
            <ac:spMk id="8" creationId="{6F5A5072-7B47-4D32-B52A-4EBBF590B8A5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232984622" sldId="256"/>
            <ac:spMk id="10" creationId="{9715DAF0-AE1B-46C9-8A6B-DB2AA05AB91D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232984622" sldId="256"/>
            <ac:spMk id="12" creationId="{6016219D-510E-4184-9090-6D5578A87BD1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232984622" sldId="256"/>
            <ac:spMk id="14" creationId="{AFF4A713-7B75-4B21-90D7-5AB19547C728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232984622" sldId="256"/>
            <ac:spMk id="16" creationId="{DC631C0B-6DA6-4E57-8231-CE32B3434A7E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232984622" sldId="256"/>
            <ac:spMk id="18" creationId="{C29501E6-A978-4A61-9689-9085AF97A53A}"/>
          </ac:spMkLst>
        </pc:spChg>
      </pc:sldChg>
      <pc:sldChg chg="modSp mod">
        <pc:chgData name="Alsaadawi, Adnan A" userId="0ef455d5-b8b5-4038-8543-79757a7095d7" providerId="ADAL" clId="{AFF17072-A3A1-4A50-9F08-F7BC94522E8C}" dt="2025-04-10T01:15:51.537" v="533" actId="120"/>
        <pc:sldMkLst>
          <pc:docMk/>
          <pc:sldMk cId="3138345829" sldId="257"/>
        </pc:sldMkLst>
        <pc:spChg chg="mod">
          <ac:chgData name="Alsaadawi, Adnan A" userId="0ef455d5-b8b5-4038-8543-79757a7095d7" providerId="ADAL" clId="{AFF17072-A3A1-4A50-9F08-F7BC94522E8C}" dt="2025-04-10T01:15:51.537" v="533" actId="120"/>
          <ac:spMkLst>
            <pc:docMk/>
            <pc:sldMk cId="3138345829" sldId="257"/>
            <ac:spMk id="4" creationId="{9650A37F-6003-98B9-62A9-F0A58CC18915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3138345829" sldId="257"/>
            <ac:spMk id="31" creationId="{BACC6370-2D7E-4714-9D71-7542949D7D5D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3138345829" sldId="257"/>
            <ac:spMk id="33" creationId="{F68B3F68-107C-434F-AA38-110D5EA91B85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3138345829" sldId="257"/>
            <ac:spMk id="35" creationId="{AAD0DBB9-1A4B-4391-81D4-CB19F9AB918A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3138345829" sldId="257"/>
            <ac:spMk id="37" creationId="{063BBA22-50EA-4C4D-BE05-F1CE4E63AA56}"/>
          </ac:spMkLst>
        </pc:spChg>
        <pc:graphicFrameChg chg="modGraphic">
          <ac:chgData name="Alsaadawi, Adnan A" userId="0ef455d5-b8b5-4038-8543-79757a7095d7" providerId="ADAL" clId="{AFF17072-A3A1-4A50-9F08-F7BC94522E8C}" dt="2025-04-10T00:26:28.815" v="338" actId="790"/>
          <ac:graphicFrameMkLst>
            <pc:docMk/>
            <pc:sldMk cId="3138345829" sldId="257"/>
            <ac:graphicFrameMk id="27" creationId="{8C391A64-B41E-5AA3-7A90-EBCC0A124527}"/>
          </ac:graphicFrameMkLst>
        </pc:graphicFrameChg>
      </pc:sldChg>
      <pc:sldChg chg="addSp delSp modSp mod">
        <pc:chgData name="Alsaadawi, Adnan A" userId="0ef455d5-b8b5-4038-8543-79757a7095d7" providerId="ADAL" clId="{AFF17072-A3A1-4A50-9F08-F7BC94522E8C}" dt="2025-04-10T01:36:37.681" v="645" actId="255"/>
        <pc:sldMkLst>
          <pc:docMk/>
          <pc:sldMk cId="2592978379" sldId="258"/>
        </pc:sldMkLst>
        <pc:spChg chg="add del mod">
          <ac:chgData name="Alsaadawi, Adnan A" userId="0ef455d5-b8b5-4038-8543-79757a7095d7" providerId="ADAL" clId="{AFF17072-A3A1-4A50-9F08-F7BC94522E8C}" dt="2025-04-10T01:36:18.961" v="641" actId="26606"/>
          <ac:spMkLst>
            <pc:docMk/>
            <pc:sldMk cId="2592978379" sldId="258"/>
            <ac:spMk id="3" creationId="{6C13CED1-7B65-4979-8D07-F444FB4CCA8D}"/>
          </ac:spMkLst>
        </pc:spChg>
        <pc:spChg chg="mod">
          <ac:chgData name="Alsaadawi, Adnan A" userId="0ef455d5-b8b5-4038-8543-79757a7095d7" providerId="ADAL" clId="{AFF17072-A3A1-4A50-9F08-F7BC94522E8C}" dt="2025-04-10T01:36:18.961" v="641" actId="26606"/>
          <ac:spMkLst>
            <pc:docMk/>
            <pc:sldMk cId="2592978379" sldId="258"/>
            <ac:spMk id="4" creationId="{FAB21137-0C1C-C8A5-55D8-E6A6E0EFDF98}"/>
          </ac:spMkLst>
        </pc:spChg>
        <pc:spChg chg="add del mod">
          <ac:chgData name="Alsaadawi, Adnan A" userId="0ef455d5-b8b5-4038-8543-79757a7095d7" providerId="ADAL" clId="{AFF17072-A3A1-4A50-9F08-F7BC94522E8C}" dt="2025-04-10T01:35:00.553" v="626" actId="26606"/>
          <ac:spMkLst>
            <pc:docMk/>
            <pc:sldMk cId="2592978379" sldId="258"/>
            <ac:spMk id="19" creationId="{7517A47C-B2E5-4B79-8061-D74B1311AF6E}"/>
          </ac:spMkLst>
        </pc:spChg>
        <pc:spChg chg="add del mod">
          <ac:chgData name="Alsaadawi, Adnan A" userId="0ef455d5-b8b5-4038-8543-79757a7095d7" providerId="ADAL" clId="{AFF17072-A3A1-4A50-9F08-F7BC94522E8C}" dt="2025-04-10T01:35:00.553" v="626" actId="26606"/>
          <ac:spMkLst>
            <pc:docMk/>
            <pc:sldMk cId="2592978379" sldId="258"/>
            <ac:spMk id="21" creationId="{C505E780-2083-4CB5-A42A-5E0E2908ECC3}"/>
          </ac:spMkLst>
        </pc:spChg>
        <pc:spChg chg="add del mod">
          <ac:chgData name="Alsaadawi, Adnan A" userId="0ef455d5-b8b5-4038-8543-79757a7095d7" providerId="ADAL" clId="{AFF17072-A3A1-4A50-9F08-F7BC94522E8C}" dt="2025-04-10T01:35:00.553" v="626" actId="26606"/>
          <ac:spMkLst>
            <pc:docMk/>
            <pc:sldMk cId="2592978379" sldId="258"/>
            <ac:spMk id="23" creationId="{D2C0AE1C-0118-41AE-8A10-7CDCBF10E96F}"/>
          </ac:spMkLst>
        </pc:spChg>
        <pc:spChg chg="add del mod">
          <ac:chgData name="Alsaadawi, Adnan A" userId="0ef455d5-b8b5-4038-8543-79757a7095d7" providerId="ADAL" clId="{AFF17072-A3A1-4A50-9F08-F7BC94522E8C}" dt="2025-04-10T01:35:00.553" v="626" actId="26606"/>
          <ac:spMkLst>
            <pc:docMk/>
            <pc:sldMk cId="2592978379" sldId="258"/>
            <ac:spMk id="25" creationId="{463EEC44-1BA3-44ED-81FC-A644B04B2A44}"/>
          </ac:spMkLst>
        </pc:spChg>
        <pc:spChg chg="add del">
          <ac:chgData name="Alsaadawi, Adnan A" userId="0ef455d5-b8b5-4038-8543-79757a7095d7" providerId="ADAL" clId="{AFF17072-A3A1-4A50-9F08-F7BC94522E8C}" dt="2025-04-10T01:36:18.961" v="641" actId="26606"/>
          <ac:spMkLst>
            <pc:docMk/>
            <pc:sldMk cId="2592978379" sldId="258"/>
            <ac:spMk id="30" creationId="{777A147A-9ED8-46B4-8660-1B3C2AA880B5}"/>
          </ac:spMkLst>
        </pc:spChg>
        <pc:spChg chg="add del">
          <ac:chgData name="Alsaadawi, Adnan A" userId="0ef455d5-b8b5-4038-8543-79757a7095d7" providerId="ADAL" clId="{AFF17072-A3A1-4A50-9F08-F7BC94522E8C}" dt="2025-04-10T01:34:45.326" v="623" actId="26606"/>
          <ac:spMkLst>
            <pc:docMk/>
            <pc:sldMk cId="2592978379" sldId="258"/>
            <ac:spMk id="31" creationId="{9F7D5CDA-D291-4307-BF55-1381FED29634}"/>
          </ac:spMkLst>
        </pc:spChg>
        <pc:spChg chg="add del">
          <ac:chgData name="Alsaadawi, Adnan A" userId="0ef455d5-b8b5-4038-8543-79757a7095d7" providerId="ADAL" clId="{AFF17072-A3A1-4A50-9F08-F7BC94522E8C}" dt="2025-04-10T01:36:18.961" v="641" actId="26606"/>
          <ac:spMkLst>
            <pc:docMk/>
            <pc:sldMk cId="2592978379" sldId="258"/>
            <ac:spMk id="32" creationId="{5D6C15A0-C087-4593-8414-2B4EC1CDC3DE}"/>
          </ac:spMkLst>
        </pc:spChg>
        <pc:spChg chg="add del">
          <ac:chgData name="Alsaadawi, Adnan A" userId="0ef455d5-b8b5-4038-8543-79757a7095d7" providerId="ADAL" clId="{AFF17072-A3A1-4A50-9F08-F7BC94522E8C}" dt="2025-04-10T01:34:54.711" v="625" actId="26606"/>
          <ac:spMkLst>
            <pc:docMk/>
            <pc:sldMk cId="2592978379" sldId="258"/>
            <ac:spMk id="33" creationId="{5E107275-3853-46FD-A241-DE4355A42675}"/>
          </ac:spMkLst>
        </pc:spChg>
        <pc:spChg chg="add del">
          <ac:chgData name="Alsaadawi, Adnan A" userId="0ef455d5-b8b5-4038-8543-79757a7095d7" providerId="ADAL" clId="{AFF17072-A3A1-4A50-9F08-F7BC94522E8C}" dt="2025-04-10T01:34:54.711" v="625" actId="26606"/>
          <ac:spMkLst>
            <pc:docMk/>
            <pc:sldMk cId="2592978379" sldId="258"/>
            <ac:spMk id="34" creationId="{2E442304-DDBD-4F7B-8017-36BCC863FB40}"/>
          </ac:spMkLst>
        </pc:spChg>
        <pc:spChg chg="add del">
          <ac:chgData name="Alsaadawi, Adnan A" userId="0ef455d5-b8b5-4038-8543-79757a7095d7" providerId="ADAL" clId="{AFF17072-A3A1-4A50-9F08-F7BC94522E8C}" dt="2025-04-10T01:35:29.474" v="634" actId="26606"/>
          <ac:spMkLst>
            <pc:docMk/>
            <pc:sldMk cId="2592978379" sldId="258"/>
            <ac:spMk id="38" creationId="{6CC7D015-0DD8-420F-A568-AC4FEDC41251}"/>
          </ac:spMkLst>
        </pc:spChg>
        <pc:spChg chg="add del">
          <ac:chgData name="Alsaadawi, Adnan A" userId="0ef455d5-b8b5-4038-8543-79757a7095d7" providerId="ADAL" clId="{AFF17072-A3A1-4A50-9F08-F7BC94522E8C}" dt="2025-04-10T01:35:20.573" v="630" actId="26606"/>
          <ac:spMkLst>
            <pc:docMk/>
            <pc:sldMk cId="2592978379" sldId="258"/>
            <ac:spMk id="39" creationId="{B50AB553-2A96-4A92-96F2-93548E096954}"/>
          </ac:spMkLst>
        </pc:spChg>
        <pc:spChg chg="add del">
          <ac:chgData name="Alsaadawi, Adnan A" userId="0ef455d5-b8b5-4038-8543-79757a7095d7" providerId="ADAL" clId="{AFF17072-A3A1-4A50-9F08-F7BC94522E8C}" dt="2025-04-10T01:35:29.474" v="634" actId="26606"/>
          <ac:spMkLst>
            <pc:docMk/>
            <pc:sldMk cId="2592978379" sldId="258"/>
            <ac:spMk id="40" creationId="{DC595556-C814-4F1F-B0E5-71812F38A8CD}"/>
          </ac:spMkLst>
        </pc:spChg>
        <pc:spChg chg="add del">
          <ac:chgData name="Alsaadawi, Adnan A" userId="0ef455d5-b8b5-4038-8543-79757a7095d7" providerId="ADAL" clId="{AFF17072-A3A1-4A50-9F08-F7BC94522E8C}" dt="2025-04-10T01:35:24.393" v="632" actId="26606"/>
          <ac:spMkLst>
            <pc:docMk/>
            <pc:sldMk cId="2592978379" sldId="258"/>
            <ac:spMk id="41" creationId="{777A147A-9ED8-46B4-8660-1B3C2AA880B5}"/>
          </ac:spMkLst>
        </pc:spChg>
        <pc:spChg chg="add del">
          <ac:chgData name="Alsaadawi, Adnan A" userId="0ef455d5-b8b5-4038-8543-79757a7095d7" providerId="ADAL" clId="{AFF17072-A3A1-4A50-9F08-F7BC94522E8C}" dt="2025-04-10T01:35:24.393" v="632" actId="26606"/>
          <ac:spMkLst>
            <pc:docMk/>
            <pc:sldMk cId="2592978379" sldId="258"/>
            <ac:spMk id="42" creationId="{5D6C15A0-C087-4593-8414-2B4EC1CDC3DE}"/>
          </ac:spMkLst>
        </pc:spChg>
        <pc:spChg chg="add del">
          <ac:chgData name="Alsaadawi, Adnan A" userId="0ef455d5-b8b5-4038-8543-79757a7095d7" providerId="ADAL" clId="{AFF17072-A3A1-4A50-9F08-F7BC94522E8C}" dt="2025-04-10T01:35:29.474" v="634" actId="26606"/>
          <ac:spMkLst>
            <pc:docMk/>
            <pc:sldMk cId="2592978379" sldId="258"/>
            <ac:spMk id="46" creationId="{6C13CED1-7B65-4979-8D07-F444FB4CCA8D}"/>
          </ac:spMkLst>
        </pc:spChg>
        <pc:spChg chg="add del">
          <ac:chgData name="Alsaadawi, Adnan A" userId="0ef455d5-b8b5-4038-8543-79757a7095d7" providerId="ADAL" clId="{AFF17072-A3A1-4A50-9F08-F7BC94522E8C}" dt="2025-04-10T01:36:07.703" v="636" actId="26606"/>
          <ac:spMkLst>
            <pc:docMk/>
            <pc:sldMk cId="2592978379" sldId="258"/>
            <ac:spMk id="48" creationId="{777A147A-9ED8-46B4-8660-1B3C2AA880B5}"/>
          </ac:spMkLst>
        </pc:spChg>
        <pc:spChg chg="add del">
          <ac:chgData name="Alsaadawi, Adnan A" userId="0ef455d5-b8b5-4038-8543-79757a7095d7" providerId="ADAL" clId="{AFF17072-A3A1-4A50-9F08-F7BC94522E8C}" dt="2025-04-10T01:36:07.703" v="636" actId="26606"/>
          <ac:spMkLst>
            <pc:docMk/>
            <pc:sldMk cId="2592978379" sldId="258"/>
            <ac:spMk id="49" creationId="{5D6C15A0-C087-4593-8414-2B4EC1CDC3DE}"/>
          </ac:spMkLst>
        </pc:spChg>
        <pc:spChg chg="add del">
          <ac:chgData name="Alsaadawi, Adnan A" userId="0ef455d5-b8b5-4038-8543-79757a7095d7" providerId="ADAL" clId="{AFF17072-A3A1-4A50-9F08-F7BC94522E8C}" dt="2025-04-10T01:36:07.703" v="636" actId="26606"/>
          <ac:spMkLst>
            <pc:docMk/>
            <pc:sldMk cId="2592978379" sldId="258"/>
            <ac:spMk id="50" creationId="{6C13CED1-7B65-4979-8D07-F444FB4CCA8D}"/>
          </ac:spMkLst>
        </pc:spChg>
        <pc:spChg chg="add del">
          <ac:chgData name="Alsaadawi, Adnan A" userId="0ef455d5-b8b5-4038-8543-79757a7095d7" providerId="ADAL" clId="{AFF17072-A3A1-4A50-9F08-F7BC94522E8C}" dt="2025-04-10T01:36:18.190" v="638" actId="26606"/>
          <ac:spMkLst>
            <pc:docMk/>
            <pc:sldMk cId="2592978379" sldId="258"/>
            <ac:spMk id="52" creationId="{362810D9-2C5A-477D-949C-C191895477F3}"/>
          </ac:spMkLst>
        </pc:spChg>
        <pc:spChg chg="add del">
          <ac:chgData name="Alsaadawi, Adnan A" userId="0ef455d5-b8b5-4038-8543-79757a7095d7" providerId="ADAL" clId="{AFF17072-A3A1-4A50-9F08-F7BC94522E8C}" dt="2025-04-10T01:36:18.190" v="638" actId="26606"/>
          <ac:spMkLst>
            <pc:docMk/>
            <pc:sldMk cId="2592978379" sldId="258"/>
            <ac:spMk id="54" creationId="{081E4A58-353D-44AE-B2FC-2A74E2E400F7}"/>
          </ac:spMkLst>
        </pc:spChg>
        <pc:spChg chg="add del">
          <ac:chgData name="Alsaadawi, Adnan A" userId="0ef455d5-b8b5-4038-8543-79757a7095d7" providerId="ADAL" clId="{AFF17072-A3A1-4A50-9F08-F7BC94522E8C}" dt="2025-04-10T01:36:18.190" v="638" actId="26606"/>
          <ac:spMkLst>
            <pc:docMk/>
            <pc:sldMk cId="2592978379" sldId="258"/>
            <ac:spMk id="55" creationId="{6C13CED1-7B65-4979-8D07-F444FB4CCA8D}"/>
          </ac:spMkLst>
        </pc:spChg>
        <pc:spChg chg="add del">
          <ac:chgData name="Alsaadawi, Adnan A" userId="0ef455d5-b8b5-4038-8543-79757a7095d7" providerId="ADAL" clId="{AFF17072-A3A1-4A50-9F08-F7BC94522E8C}" dt="2025-04-10T01:36:18.956" v="640" actId="26606"/>
          <ac:spMkLst>
            <pc:docMk/>
            <pc:sldMk cId="2592978379" sldId="258"/>
            <ac:spMk id="57" creationId="{777A147A-9ED8-46B4-8660-1B3C2AA880B5}"/>
          </ac:spMkLst>
        </pc:spChg>
        <pc:spChg chg="add del">
          <ac:chgData name="Alsaadawi, Adnan A" userId="0ef455d5-b8b5-4038-8543-79757a7095d7" providerId="ADAL" clId="{AFF17072-A3A1-4A50-9F08-F7BC94522E8C}" dt="2025-04-10T01:36:18.956" v="640" actId="26606"/>
          <ac:spMkLst>
            <pc:docMk/>
            <pc:sldMk cId="2592978379" sldId="258"/>
            <ac:spMk id="58" creationId="{5D6C15A0-C087-4593-8414-2B4EC1CDC3DE}"/>
          </ac:spMkLst>
        </pc:spChg>
        <pc:spChg chg="add del">
          <ac:chgData name="Alsaadawi, Adnan A" userId="0ef455d5-b8b5-4038-8543-79757a7095d7" providerId="ADAL" clId="{AFF17072-A3A1-4A50-9F08-F7BC94522E8C}" dt="2025-04-10T01:36:18.956" v="640" actId="26606"/>
          <ac:spMkLst>
            <pc:docMk/>
            <pc:sldMk cId="2592978379" sldId="258"/>
            <ac:spMk id="59" creationId="{6C13CED1-7B65-4979-8D07-F444FB4CCA8D}"/>
          </ac:spMkLst>
        </pc:spChg>
        <pc:spChg chg="add">
          <ac:chgData name="Alsaadawi, Adnan A" userId="0ef455d5-b8b5-4038-8543-79757a7095d7" providerId="ADAL" clId="{AFF17072-A3A1-4A50-9F08-F7BC94522E8C}" dt="2025-04-10T01:36:18.961" v="641" actId="26606"/>
          <ac:spMkLst>
            <pc:docMk/>
            <pc:sldMk cId="2592978379" sldId="258"/>
            <ac:spMk id="61" creationId="{907EF6B7-1338-4443-8C46-6A318D952DFD}"/>
          </ac:spMkLst>
        </pc:spChg>
        <pc:spChg chg="add">
          <ac:chgData name="Alsaadawi, Adnan A" userId="0ef455d5-b8b5-4038-8543-79757a7095d7" providerId="ADAL" clId="{AFF17072-A3A1-4A50-9F08-F7BC94522E8C}" dt="2025-04-10T01:36:18.961" v="641" actId="26606"/>
          <ac:spMkLst>
            <pc:docMk/>
            <pc:sldMk cId="2592978379" sldId="258"/>
            <ac:spMk id="62" creationId="{DAAE4CDD-124C-4DCF-9584-B6033B545DD5}"/>
          </ac:spMkLst>
        </pc:spChg>
        <pc:spChg chg="add">
          <ac:chgData name="Alsaadawi, Adnan A" userId="0ef455d5-b8b5-4038-8543-79757a7095d7" providerId="ADAL" clId="{AFF17072-A3A1-4A50-9F08-F7BC94522E8C}" dt="2025-04-10T01:36:18.961" v="641" actId="26606"/>
          <ac:spMkLst>
            <pc:docMk/>
            <pc:sldMk cId="2592978379" sldId="258"/>
            <ac:spMk id="63" creationId="{081E4A58-353D-44AE-B2FC-2A74E2E400F7}"/>
          </ac:spMkLst>
        </pc:spChg>
        <pc:spChg chg="add mod">
          <ac:chgData name="Alsaadawi, Adnan A" userId="0ef455d5-b8b5-4038-8543-79757a7095d7" providerId="ADAL" clId="{AFF17072-A3A1-4A50-9F08-F7BC94522E8C}" dt="2025-04-10T01:36:37.681" v="645" actId="255"/>
          <ac:spMkLst>
            <pc:docMk/>
            <pc:sldMk cId="2592978379" sldId="258"/>
            <ac:spMk id="64" creationId="{6C13CED1-7B65-4979-8D07-F444FB4CCA8D}"/>
          </ac:spMkLst>
        </pc:spChg>
        <pc:graphicFrameChg chg="add mod">
          <ac:chgData name="Alsaadawi, Adnan A" userId="0ef455d5-b8b5-4038-8543-79757a7095d7" providerId="ADAL" clId="{AFF17072-A3A1-4A50-9F08-F7BC94522E8C}" dt="2025-04-10T01:34:34.465" v="620"/>
          <ac:graphicFrameMkLst>
            <pc:docMk/>
            <pc:sldMk cId="2592978379" sldId="258"/>
            <ac:graphicFrameMk id="5" creationId="{33A6F5B0-5539-3B05-58BE-8E420E416DC9}"/>
          </ac:graphicFrameMkLst>
        </pc:graphicFrameChg>
        <pc:graphicFrameChg chg="del mod modGraphic">
          <ac:chgData name="Alsaadawi, Adnan A" userId="0ef455d5-b8b5-4038-8543-79757a7095d7" providerId="ADAL" clId="{AFF17072-A3A1-4A50-9F08-F7BC94522E8C}" dt="2025-04-10T01:34:29.997" v="618" actId="21"/>
          <ac:graphicFrameMkLst>
            <pc:docMk/>
            <pc:sldMk cId="2592978379" sldId="258"/>
            <ac:graphicFrameMk id="15" creationId="{33A6F5B0-5539-3B05-58BE-8E420E416DC9}"/>
          </ac:graphicFrameMkLst>
        </pc:graphicFrameChg>
        <pc:graphicFrameChg chg="add del">
          <ac:chgData name="Alsaadawi, Adnan A" userId="0ef455d5-b8b5-4038-8543-79757a7095d7" providerId="ADAL" clId="{AFF17072-A3A1-4A50-9F08-F7BC94522E8C}" dt="2025-04-10T01:34:54.711" v="625" actId="26606"/>
          <ac:graphicFrameMkLst>
            <pc:docMk/>
            <pc:sldMk cId="2592978379" sldId="258"/>
            <ac:graphicFrameMk id="35" creationId="{87BAEEE4-2777-F739-C15C-6CA4781E776F}"/>
          </ac:graphicFrameMkLst>
        </pc:graphicFrameChg>
        <pc:graphicFrameChg chg="add del">
          <ac:chgData name="Alsaadawi, Adnan A" userId="0ef455d5-b8b5-4038-8543-79757a7095d7" providerId="ADAL" clId="{AFF17072-A3A1-4A50-9F08-F7BC94522E8C}" dt="2025-04-10T01:35:20.573" v="630" actId="26606"/>
          <ac:graphicFrameMkLst>
            <pc:docMk/>
            <pc:sldMk cId="2592978379" sldId="258"/>
            <ac:graphicFrameMk id="37" creationId="{7E5596C1-7A3F-EC43-BF62-C56EDA7E865B}"/>
          </ac:graphicFrameMkLst>
        </pc:graphicFrameChg>
        <pc:graphicFrameChg chg="add del">
          <ac:chgData name="Alsaadawi, Adnan A" userId="0ef455d5-b8b5-4038-8543-79757a7095d7" providerId="ADAL" clId="{AFF17072-A3A1-4A50-9F08-F7BC94522E8C}" dt="2025-04-10T01:35:24.393" v="632" actId="26606"/>
          <ac:graphicFrameMkLst>
            <pc:docMk/>
            <pc:sldMk cId="2592978379" sldId="258"/>
            <ac:graphicFrameMk id="43" creationId="{86BE22BB-0006-FE74-73B1-EAEFE0626E05}"/>
          </ac:graphicFrameMkLst>
        </pc:graphicFrameChg>
        <pc:picChg chg="add del">
          <ac:chgData name="Alsaadawi, Adnan A" userId="0ef455d5-b8b5-4038-8543-79757a7095d7" providerId="ADAL" clId="{AFF17072-A3A1-4A50-9F08-F7BC94522E8C}" dt="2025-04-10T01:34:45.326" v="623" actId="26606"/>
          <ac:picMkLst>
            <pc:docMk/>
            <pc:sldMk cId="2592978379" sldId="258"/>
            <ac:picMk id="27" creationId="{8F8B8892-2097-E9B6-C307-783809FAD4FC}"/>
          </ac:picMkLst>
        </pc:picChg>
        <pc:picChg chg="add del">
          <ac:chgData name="Alsaadawi, Adnan A" userId="0ef455d5-b8b5-4038-8543-79757a7095d7" providerId="ADAL" clId="{AFF17072-A3A1-4A50-9F08-F7BC94522E8C}" dt="2025-04-10T01:35:20.573" v="630" actId="26606"/>
          <ac:picMkLst>
            <pc:docMk/>
            <pc:sldMk cId="2592978379" sldId="258"/>
            <ac:picMk id="36" creationId="{8FF7975F-0586-17B2-4478-F21D4F071C04}"/>
          </ac:picMkLst>
        </pc:picChg>
        <pc:picChg chg="add del">
          <ac:chgData name="Alsaadawi, Adnan A" userId="0ef455d5-b8b5-4038-8543-79757a7095d7" providerId="ADAL" clId="{AFF17072-A3A1-4A50-9F08-F7BC94522E8C}" dt="2025-04-10T01:35:29.474" v="634" actId="26606"/>
          <ac:picMkLst>
            <pc:docMk/>
            <pc:sldMk cId="2592978379" sldId="258"/>
            <ac:picMk id="45" creationId="{EB35009F-2940-C4CE-C501-1E8EFAF0EE74}"/>
          </ac:picMkLst>
        </pc:picChg>
        <pc:picChg chg="add del">
          <ac:chgData name="Alsaadawi, Adnan A" userId="0ef455d5-b8b5-4038-8543-79757a7095d7" providerId="ADAL" clId="{AFF17072-A3A1-4A50-9F08-F7BC94522E8C}" dt="2025-04-10T01:36:18.190" v="638" actId="26606"/>
          <ac:picMkLst>
            <pc:docMk/>
            <pc:sldMk cId="2592978379" sldId="258"/>
            <ac:picMk id="53" creationId="{EB53639B-87CE-EE64-B834-8C5D26E1B33B}"/>
          </ac:picMkLst>
        </pc:picChg>
      </pc:sldChg>
      <pc:sldChg chg="addSp delSp modSp mod">
        <pc:chgData name="Alsaadawi, Adnan A" userId="0ef455d5-b8b5-4038-8543-79757a7095d7" providerId="ADAL" clId="{AFF17072-A3A1-4A50-9F08-F7BC94522E8C}" dt="2025-04-10T11:39:04.030" v="682" actId="20577"/>
        <pc:sldMkLst>
          <pc:docMk/>
          <pc:sldMk cId="4189269262" sldId="259"/>
        </pc:sldMkLst>
        <pc:spChg chg="add del mod">
          <ac:chgData name="Alsaadawi, Adnan A" userId="0ef455d5-b8b5-4038-8543-79757a7095d7" providerId="ADAL" clId="{AFF17072-A3A1-4A50-9F08-F7BC94522E8C}" dt="2025-04-09T23:40:56.694" v="247" actId="21"/>
          <ac:spMkLst>
            <pc:docMk/>
            <pc:sldMk cId="4189269262" sldId="259"/>
            <ac:spMk id="3" creationId="{9192A0D9-E01B-646A-9979-9A7AE750CD7A}"/>
          </ac:spMkLst>
        </pc:spChg>
        <pc:spChg chg="mod">
          <ac:chgData name="Alsaadawi, Adnan A" userId="0ef455d5-b8b5-4038-8543-79757a7095d7" providerId="ADAL" clId="{AFF17072-A3A1-4A50-9F08-F7BC94522E8C}" dt="2025-04-10T01:18:32.175" v="582" actId="2711"/>
          <ac:spMkLst>
            <pc:docMk/>
            <pc:sldMk cId="4189269262" sldId="259"/>
            <ac:spMk id="4" creationId="{27984E4D-8000-E179-F5D2-311A09F99A46}"/>
          </ac:spMkLst>
        </pc:spChg>
        <pc:spChg chg="add">
          <ac:chgData name="Alsaadawi, Adnan A" userId="0ef455d5-b8b5-4038-8543-79757a7095d7" providerId="ADAL" clId="{AFF17072-A3A1-4A50-9F08-F7BC94522E8C}" dt="2025-04-09T23:39:25.288" v="216"/>
          <ac:spMkLst>
            <pc:docMk/>
            <pc:sldMk cId="4189269262" sldId="259"/>
            <ac:spMk id="5" creationId="{C65ED06A-8A7A-A45C-2008-125C3F05DB85}"/>
          </ac:spMkLst>
        </pc:spChg>
        <pc:spChg chg="add">
          <ac:chgData name="Alsaadawi, Adnan A" userId="0ef455d5-b8b5-4038-8543-79757a7095d7" providerId="ADAL" clId="{AFF17072-A3A1-4A50-9F08-F7BC94522E8C}" dt="2025-04-09T23:39:25.288" v="216"/>
          <ac:spMkLst>
            <pc:docMk/>
            <pc:sldMk cId="4189269262" sldId="259"/>
            <ac:spMk id="7" creationId="{D393DD75-A43E-F2E3-EE9F-5F49723C27D0}"/>
          </ac:spMkLst>
        </pc:spChg>
        <pc:spChg chg="add">
          <ac:chgData name="Alsaadawi, Adnan A" userId="0ef455d5-b8b5-4038-8543-79757a7095d7" providerId="ADAL" clId="{AFF17072-A3A1-4A50-9F08-F7BC94522E8C}" dt="2025-04-09T23:39:25.288" v="216"/>
          <ac:spMkLst>
            <pc:docMk/>
            <pc:sldMk cId="4189269262" sldId="259"/>
            <ac:spMk id="8" creationId="{AB45F192-7907-5A55-CAD6-E844019884E6}"/>
          </ac:spMkLst>
        </pc:spChg>
        <pc:spChg chg="add">
          <ac:chgData name="Alsaadawi, Adnan A" userId="0ef455d5-b8b5-4038-8543-79757a7095d7" providerId="ADAL" clId="{AFF17072-A3A1-4A50-9F08-F7BC94522E8C}" dt="2025-04-09T23:39:35.135" v="219"/>
          <ac:spMkLst>
            <pc:docMk/>
            <pc:sldMk cId="4189269262" sldId="259"/>
            <ac:spMk id="9" creationId="{E0840AA5-5B5E-F26B-74A3-34A91B3B8906}"/>
          </ac:spMkLst>
        </pc:spChg>
        <pc:spChg chg="add del">
          <ac:chgData name="Alsaadawi, Adnan A" userId="0ef455d5-b8b5-4038-8543-79757a7095d7" providerId="ADAL" clId="{AFF17072-A3A1-4A50-9F08-F7BC94522E8C}" dt="2025-04-09T23:42:27.008" v="282" actId="26606"/>
          <ac:spMkLst>
            <pc:docMk/>
            <pc:sldMk cId="4189269262" sldId="259"/>
            <ac:spMk id="10" creationId="{AE2B703B-46F9-481A-A605-82E2A828C4FA}"/>
          </ac:spMkLst>
        </pc:spChg>
        <pc:spChg chg="add">
          <ac:chgData name="Alsaadawi, Adnan A" userId="0ef455d5-b8b5-4038-8543-79757a7095d7" providerId="ADAL" clId="{AFF17072-A3A1-4A50-9F08-F7BC94522E8C}" dt="2025-04-09T23:39:35.135" v="219"/>
          <ac:spMkLst>
            <pc:docMk/>
            <pc:sldMk cId="4189269262" sldId="259"/>
            <ac:spMk id="11" creationId="{24495FA8-D9CD-D529-AB87-7EC5D6586C1D}"/>
          </ac:spMkLst>
        </pc:spChg>
        <pc:spChg chg="add del">
          <ac:chgData name="Alsaadawi, Adnan A" userId="0ef455d5-b8b5-4038-8543-79757a7095d7" providerId="ADAL" clId="{AFF17072-A3A1-4A50-9F08-F7BC94522E8C}" dt="2025-04-09T23:42:27.008" v="282" actId="26606"/>
          <ac:spMkLst>
            <pc:docMk/>
            <pc:sldMk cId="4189269262" sldId="259"/>
            <ac:spMk id="12" creationId="{F13BE4D7-0C3D-4906-B230-A1C5B4665CCF}"/>
          </ac:spMkLst>
        </pc:spChg>
        <pc:spChg chg="add">
          <ac:chgData name="Alsaadawi, Adnan A" userId="0ef455d5-b8b5-4038-8543-79757a7095d7" providerId="ADAL" clId="{AFF17072-A3A1-4A50-9F08-F7BC94522E8C}" dt="2025-04-09T23:39:35.135" v="219"/>
          <ac:spMkLst>
            <pc:docMk/>
            <pc:sldMk cId="4189269262" sldId="259"/>
            <ac:spMk id="13" creationId="{4735775C-5CA4-C25E-EFBC-57EF2319F553}"/>
          </ac:spMkLst>
        </pc:spChg>
        <pc:spChg chg="add">
          <ac:chgData name="Alsaadawi, Adnan A" userId="0ef455d5-b8b5-4038-8543-79757a7095d7" providerId="ADAL" clId="{AFF17072-A3A1-4A50-9F08-F7BC94522E8C}" dt="2025-04-09T23:39:38.617" v="225"/>
          <ac:spMkLst>
            <pc:docMk/>
            <pc:sldMk cId="4189269262" sldId="259"/>
            <ac:spMk id="14" creationId="{A0E6C8AB-D793-94C7-81DB-1891271F3762}"/>
          </ac:spMkLst>
        </pc:spChg>
        <pc:spChg chg="add">
          <ac:chgData name="Alsaadawi, Adnan A" userId="0ef455d5-b8b5-4038-8543-79757a7095d7" providerId="ADAL" clId="{AFF17072-A3A1-4A50-9F08-F7BC94522E8C}" dt="2025-04-09T23:39:38.617" v="225"/>
          <ac:spMkLst>
            <pc:docMk/>
            <pc:sldMk cId="4189269262" sldId="259"/>
            <ac:spMk id="15" creationId="{6AB7612D-C632-775F-9D8D-0619BE64C198}"/>
          </ac:spMkLst>
        </pc:spChg>
        <pc:spChg chg="add">
          <ac:chgData name="Alsaadawi, Adnan A" userId="0ef455d5-b8b5-4038-8543-79757a7095d7" providerId="ADAL" clId="{AFF17072-A3A1-4A50-9F08-F7BC94522E8C}" dt="2025-04-09T23:39:38.617" v="225"/>
          <ac:spMkLst>
            <pc:docMk/>
            <pc:sldMk cId="4189269262" sldId="259"/>
            <ac:spMk id="16" creationId="{0C3936DA-4248-AE95-5797-82A2E26845BB}"/>
          </ac:spMkLst>
        </pc:spChg>
        <pc:spChg chg="add del">
          <ac:chgData name="Alsaadawi, Adnan A" userId="0ef455d5-b8b5-4038-8543-79757a7095d7" providerId="ADAL" clId="{AFF17072-A3A1-4A50-9F08-F7BC94522E8C}" dt="2025-04-09T23:41:00.230" v="248" actId="26606"/>
          <ac:spMkLst>
            <pc:docMk/>
            <pc:sldMk cId="4189269262" sldId="259"/>
            <ac:spMk id="17" creationId="{BACC6370-2D7E-4714-9D71-7542949D7D5D}"/>
          </ac:spMkLst>
        </pc:spChg>
        <pc:spChg chg="add del">
          <ac:chgData name="Alsaadawi, Adnan A" userId="0ef455d5-b8b5-4038-8543-79757a7095d7" providerId="ADAL" clId="{AFF17072-A3A1-4A50-9F08-F7BC94522E8C}" dt="2025-04-09T23:41:00.230" v="248" actId="26606"/>
          <ac:spMkLst>
            <pc:docMk/>
            <pc:sldMk cId="4189269262" sldId="259"/>
            <ac:spMk id="19" creationId="{F68B3F68-107C-434F-AA38-110D5EA91B85}"/>
          </ac:spMkLst>
        </pc:spChg>
        <pc:spChg chg="add del mod">
          <ac:chgData name="Alsaadawi, Adnan A" userId="0ef455d5-b8b5-4038-8543-79757a7095d7" providerId="ADAL" clId="{AFF17072-A3A1-4A50-9F08-F7BC94522E8C}" dt="2025-04-09T23:42:27.008" v="282" actId="26606"/>
          <ac:spMkLst>
            <pc:docMk/>
            <pc:sldMk cId="4189269262" sldId="259"/>
            <ac:spMk id="20" creationId="{4ADA92CE-6B90-73B1-BA26-FB7D95260530}"/>
          </ac:spMkLst>
        </pc:spChg>
        <pc:spChg chg="add del">
          <ac:chgData name="Alsaadawi, Adnan A" userId="0ef455d5-b8b5-4038-8543-79757a7095d7" providerId="ADAL" clId="{AFF17072-A3A1-4A50-9F08-F7BC94522E8C}" dt="2025-04-09T23:41:00.230" v="248" actId="26606"/>
          <ac:spMkLst>
            <pc:docMk/>
            <pc:sldMk cId="4189269262" sldId="259"/>
            <ac:spMk id="21" creationId="{AAD0DBB9-1A4B-4391-81D4-CB19F9AB918A}"/>
          </ac:spMkLst>
        </pc:spChg>
        <pc:spChg chg="add del">
          <ac:chgData name="Alsaadawi, Adnan A" userId="0ef455d5-b8b5-4038-8543-79757a7095d7" providerId="ADAL" clId="{AFF17072-A3A1-4A50-9F08-F7BC94522E8C}" dt="2025-04-09T23:41:00.230" v="248" actId="26606"/>
          <ac:spMkLst>
            <pc:docMk/>
            <pc:sldMk cId="4189269262" sldId="259"/>
            <ac:spMk id="23" creationId="{063BBA22-50EA-4C4D-BE05-F1CE4E63AA56}"/>
          </ac:spMkLst>
        </pc:spChg>
        <pc:spChg chg="add del">
          <ac:chgData name="Alsaadawi, Adnan A" userId="0ef455d5-b8b5-4038-8543-79757a7095d7" providerId="ADAL" clId="{AFF17072-A3A1-4A50-9F08-F7BC94522E8C}" dt="2025-04-09T23:42:56.799" v="295" actId="26606"/>
          <ac:spMkLst>
            <pc:docMk/>
            <pc:sldMk cId="4189269262" sldId="259"/>
            <ac:spMk id="25" creationId="{1B15ED52-F352-441B-82BF-E0EA34836D08}"/>
          </ac:spMkLst>
        </pc:spChg>
        <pc:spChg chg="add del">
          <ac:chgData name="Alsaadawi, Adnan A" userId="0ef455d5-b8b5-4038-8543-79757a7095d7" providerId="ADAL" clId="{AFF17072-A3A1-4A50-9F08-F7BC94522E8C}" dt="2025-04-09T23:42:27" v="281" actId="26606"/>
          <ac:spMkLst>
            <pc:docMk/>
            <pc:sldMk cId="4189269262" sldId="259"/>
            <ac:spMk id="27" creationId="{4F7EBAE4-9945-4473-9E34-B2C66EA0F03D}"/>
          </ac:spMkLst>
        </pc:spChg>
        <pc:spChg chg="add del">
          <ac:chgData name="Alsaadawi, Adnan A" userId="0ef455d5-b8b5-4038-8543-79757a7095d7" providerId="ADAL" clId="{AFF17072-A3A1-4A50-9F08-F7BC94522E8C}" dt="2025-04-09T23:40:51.398" v="236" actId="26606"/>
          <ac:spMkLst>
            <pc:docMk/>
            <pc:sldMk cId="4189269262" sldId="259"/>
            <ac:spMk id="28" creationId="{6A8AAC95-3719-4BCD-B710-4160043D9237}"/>
          </ac:spMkLst>
        </pc:spChg>
        <pc:spChg chg="add del">
          <ac:chgData name="Alsaadawi, Adnan A" userId="0ef455d5-b8b5-4038-8543-79757a7095d7" providerId="ADAL" clId="{AFF17072-A3A1-4A50-9F08-F7BC94522E8C}" dt="2025-04-09T23:42:27" v="281" actId="26606"/>
          <ac:spMkLst>
            <pc:docMk/>
            <pc:sldMk cId="4189269262" sldId="259"/>
            <ac:spMk id="29" creationId="{70BEB1E7-2F88-40BC-B73D-42E5B6F80BFC}"/>
          </ac:spMkLst>
        </pc:spChg>
        <pc:spChg chg="add del">
          <ac:chgData name="Alsaadawi, Adnan A" userId="0ef455d5-b8b5-4038-8543-79757a7095d7" providerId="ADAL" clId="{AFF17072-A3A1-4A50-9F08-F7BC94522E8C}" dt="2025-04-09T23:40:51.398" v="236" actId="26606"/>
          <ac:spMkLst>
            <pc:docMk/>
            <pc:sldMk cId="4189269262" sldId="259"/>
            <ac:spMk id="30" creationId="{73A6D7BA-50E4-42FE-A0E3-FC42B7EC4372}"/>
          </ac:spMkLst>
        </pc:spChg>
        <pc:spChg chg="add del">
          <ac:chgData name="Alsaadawi, Adnan A" userId="0ef455d5-b8b5-4038-8543-79757a7095d7" providerId="ADAL" clId="{AFF17072-A3A1-4A50-9F08-F7BC94522E8C}" dt="2025-04-09T23:42:27" v="281" actId="26606"/>
          <ac:spMkLst>
            <pc:docMk/>
            <pc:sldMk cId="4189269262" sldId="259"/>
            <ac:spMk id="31" creationId="{A7B99495-F43F-4D80-A44F-2CB4764EB90B}"/>
          </ac:spMkLst>
        </pc:spChg>
        <pc:spChg chg="add del">
          <ac:chgData name="Alsaadawi, Adnan A" userId="0ef455d5-b8b5-4038-8543-79757a7095d7" providerId="ADAL" clId="{AFF17072-A3A1-4A50-9F08-F7BC94522E8C}" dt="2025-04-09T23:42:56.799" v="295" actId="26606"/>
          <ac:spMkLst>
            <pc:docMk/>
            <pc:sldMk cId="4189269262" sldId="259"/>
            <ac:spMk id="33" creationId="{53E5B1A8-3AC9-4BD1-9BBC-78CA94F2D1BA}"/>
          </ac:spMkLst>
        </pc:spChg>
        <pc:spChg chg="add del">
          <ac:chgData name="Alsaadawi, Adnan A" userId="0ef455d5-b8b5-4038-8543-79757a7095d7" providerId="ADAL" clId="{AFF17072-A3A1-4A50-9F08-F7BC94522E8C}" dt="2025-04-09T23:42:56.799" v="295" actId="26606"/>
          <ac:spMkLst>
            <pc:docMk/>
            <pc:sldMk cId="4189269262" sldId="259"/>
            <ac:spMk id="34" creationId="{3B2E3793-BFE6-45A2-9B7B-E18844431C99}"/>
          </ac:spMkLst>
        </pc:spChg>
        <pc:spChg chg="add del">
          <ac:chgData name="Alsaadawi, Adnan A" userId="0ef455d5-b8b5-4038-8543-79757a7095d7" providerId="ADAL" clId="{AFF17072-A3A1-4A50-9F08-F7BC94522E8C}" dt="2025-04-09T23:42:56.799" v="295" actId="26606"/>
          <ac:spMkLst>
            <pc:docMk/>
            <pc:sldMk cId="4189269262" sldId="259"/>
            <ac:spMk id="35" creationId="{BC4C4868-CB8F-4AF9-9CDB-8108F2C19B67}"/>
          </ac:spMkLst>
        </pc:spChg>
        <pc:spChg chg="add del">
          <ac:chgData name="Alsaadawi, Adnan A" userId="0ef455d5-b8b5-4038-8543-79757a7095d7" providerId="ADAL" clId="{AFF17072-A3A1-4A50-9F08-F7BC94522E8C}" dt="2025-04-09T23:42:56.799" v="295" actId="26606"/>
          <ac:spMkLst>
            <pc:docMk/>
            <pc:sldMk cId="4189269262" sldId="259"/>
            <ac:spMk id="36" creationId="{375E0459-6403-40CD-989D-56A4407CA12E}"/>
          </ac:spMkLst>
        </pc:spChg>
        <pc:spChg chg="add del mod">
          <ac:chgData name="Alsaadawi, Adnan A" userId="0ef455d5-b8b5-4038-8543-79757a7095d7" providerId="ADAL" clId="{AFF17072-A3A1-4A50-9F08-F7BC94522E8C}" dt="2025-04-09T23:42:56.799" v="295" actId="26606"/>
          <ac:spMkLst>
            <pc:docMk/>
            <pc:sldMk cId="4189269262" sldId="259"/>
            <ac:spMk id="37" creationId="{4ADA92CE-6B90-73B1-BA26-FB7D95260530}"/>
          </ac:spMkLst>
        </pc:spChg>
        <pc:spChg chg="add del">
          <ac:chgData name="Alsaadawi, Adnan A" userId="0ef455d5-b8b5-4038-8543-79757a7095d7" providerId="ADAL" clId="{AFF17072-A3A1-4A50-9F08-F7BC94522E8C}" dt="2025-04-10T00:14:44.059" v="301" actId="26606"/>
          <ac:spMkLst>
            <pc:docMk/>
            <pc:sldMk cId="4189269262" sldId="259"/>
            <ac:spMk id="42" creationId="{AC17DE74-01C9-4859-B65A-85CF999E8580}"/>
          </ac:spMkLst>
        </pc:spChg>
        <pc:spChg chg="add del">
          <ac:chgData name="Alsaadawi, Adnan A" userId="0ef455d5-b8b5-4038-8543-79757a7095d7" providerId="ADAL" clId="{AFF17072-A3A1-4A50-9F08-F7BC94522E8C}" dt="2025-04-09T23:42:56.793" v="294" actId="26606"/>
          <ac:spMkLst>
            <pc:docMk/>
            <pc:sldMk cId="4189269262" sldId="259"/>
            <ac:spMk id="44" creationId="{D93394DA-E684-47C2-9020-13225823F40A}"/>
          </ac:spMkLst>
        </pc:spChg>
        <pc:spChg chg="add del">
          <ac:chgData name="Alsaadawi, Adnan A" userId="0ef455d5-b8b5-4038-8543-79757a7095d7" providerId="ADAL" clId="{AFF17072-A3A1-4A50-9F08-F7BC94522E8C}" dt="2025-04-10T00:14:44.059" v="301" actId="26606"/>
          <ac:spMkLst>
            <pc:docMk/>
            <pc:sldMk cId="4189269262" sldId="259"/>
            <ac:spMk id="49" creationId="{068C0432-0E90-4CC1-8CD3-D44A90DF07EF}"/>
          </ac:spMkLst>
        </pc:spChg>
        <pc:spChg chg="add del mod">
          <ac:chgData name="Alsaadawi, Adnan A" userId="0ef455d5-b8b5-4038-8543-79757a7095d7" providerId="ADAL" clId="{AFF17072-A3A1-4A50-9F08-F7BC94522E8C}" dt="2025-04-10T00:14:44.059" v="301" actId="26606"/>
          <ac:spMkLst>
            <pc:docMk/>
            <pc:sldMk cId="4189269262" sldId="259"/>
            <ac:spMk id="50" creationId="{4ADA92CE-6B90-73B1-BA26-FB7D95260530}"/>
          </ac:spMkLst>
        </pc:spChg>
        <pc:spChg chg="add del">
          <ac:chgData name="Alsaadawi, Adnan A" userId="0ef455d5-b8b5-4038-8543-79757a7095d7" providerId="ADAL" clId="{AFF17072-A3A1-4A50-9F08-F7BC94522E8C}" dt="2025-04-10T00:15:20.157" v="311" actId="26606"/>
          <ac:spMkLst>
            <pc:docMk/>
            <pc:sldMk cId="4189269262" sldId="259"/>
            <ac:spMk id="55" creationId="{D038248A-211C-4EEC-8401-C761B929FB52}"/>
          </ac:spMkLst>
        </pc:spChg>
        <pc:spChg chg="add del">
          <ac:chgData name="Alsaadawi, Adnan A" userId="0ef455d5-b8b5-4038-8543-79757a7095d7" providerId="ADAL" clId="{AFF17072-A3A1-4A50-9F08-F7BC94522E8C}" dt="2025-04-10T00:14:44.044" v="300" actId="26606"/>
          <ac:spMkLst>
            <pc:docMk/>
            <pc:sldMk cId="4189269262" sldId="259"/>
            <ac:spMk id="57" creationId="{E51BA4DF-2BD4-4EC2-B1DB-B27C8AC71864}"/>
          </ac:spMkLst>
        </pc:spChg>
        <pc:spChg chg="add del">
          <ac:chgData name="Alsaadawi, Adnan A" userId="0ef455d5-b8b5-4038-8543-79757a7095d7" providerId="ADAL" clId="{AFF17072-A3A1-4A50-9F08-F7BC94522E8C}" dt="2025-04-10T00:15:20.157" v="311" actId="26606"/>
          <ac:spMkLst>
            <pc:docMk/>
            <pc:sldMk cId="4189269262" sldId="259"/>
            <ac:spMk id="64" creationId="{C30A849F-66D9-40C8-BEC8-35AFF8F4568F}"/>
          </ac:spMkLst>
        </pc:spChg>
        <pc:spChg chg="add mod">
          <ac:chgData name="Alsaadawi, Adnan A" userId="0ef455d5-b8b5-4038-8543-79757a7095d7" providerId="ADAL" clId="{AFF17072-A3A1-4A50-9F08-F7BC94522E8C}" dt="2025-04-10T11:39:04.030" v="682" actId="20577"/>
          <ac:spMkLst>
            <pc:docMk/>
            <pc:sldMk cId="4189269262" sldId="259"/>
            <ac:spMk id="70" creationId="{4ADA92CE-6B90-73B1-BA26-FB7D95260530}"/>
          </ac:spMkLst>
        </pc:spChg>
        <pc:spChg chg="add del">
          <ac:chgData name="Alsaadawi, Adnan A" userId="0ef455d5-b8b5-4038-8543-79757a7095d7" providerId="ADAL" clId="{AFF17072-A3A1-4A50-9F08-F7BC94522E8C}" dt="2025-04-10T00:15:18.814" v="308" actId="26606"/>
          <ac:spMkLst>
            <pc:docMk/>
            <pc:sldMk cId="4189269262" sldId="259"/>
            <ac:spMk id="75" creationId="{4BC99CB9-DDAD-44A2-8A1C-E3AF4E72DF5C}"/>
          </ac:spMkLst>
        </pc:spChg>
        <pc:spChg chg="add del">
          <ac:chgData name="Alsaadawi, Adnan A" userId="0ef455d5-b8b5-4038-8543-79757a7095d7" providerId="ADAL" clId="{AFF17072-A3A1-4A50-9F08-F7BC94522E8C}" dt="2025-04-10T00:15:18.814" v="308" actId="26606"/>
          <ac:spMkLst>
            <pc:docMk/>
            <pc:sldMk cId="4189269262" sldId="259"/>
            <ac:spMk id="77" creationId="{64053CBF-3932-45FF-8285-EE5146085F3A}"/>
          </ac:spMkLst>
        </pc:spChg>
        <pc:spChg chg="add del">
          <ac:chgData name="Alsaadawi, Adnan A" userId="0ef455d5-b8b5-4038-8543-79757a7095d7" providerId="ADAL" clId="{AFF17072-A3A1-4A50-9F08-F7BC94522E8C}" dt="2025-04-10T00:15:20.151" v="310" actId="26606"/>
          <ac:spMkLst>
            <pc:docMk/>
            <pc:sldMk cId="4189269262" sldId="259"/>
            <ac:spMk id="91" creationId="{AC17DE74-01C9-4859-B65A-85CF999E8580}"/>
          </ac:spMkLst>
        </pc:spChg>
        <pc:spChg chg="add del">
          <ac:chgData name="Alsaadawi, Adnan A" userId="0ef455d5-b8b5-4038-8543-79757a7095d7" providerId="ADAL" clId="{AFF17072-A3A1-4A50-9F08-F7BC94522E8C}" dt="2025-04-10T00:15:20.151" v="310" actId="26606"/>
          <ac:spMkLst>
            <pc:docMk/>
            <pc:sldMk cId="4189269262" sldId="259"/>
            <ac:spMk id="92" creationId="{068C0432-0E90-4CC1-8CD3-D44A90DF07EF}"/>
          </ac:spMkLst>
        </pc:spChg>
        <pc:spChg chg="add 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4189269262" sldId="259"/>
            <ac:spMk id="94" creationId="{100EDD19-6802-4EC3-95CE-CFFAB042CFD6}"/>
          </ac:spMkLst>
        </pc:spChg>
        <pc:spChg chg="add 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4189269262" sldId="259"/>
            <ac:spMk id="95" creationId="{DB17E863-922E-4C26-BD64-E8FD41D28661}"/>
          </ac:spMkLst>
        </pc:spChg>
        <pc:grpChg chg="add del">
          <ac:chgData name="Alsaadawi, Adnan A" userId="0ef455d5-b8b5-4038-8543-79757a7095d7" providerId="ADAL" clId="{AFF17072-A3A1-4A50-9F08-F7BC94522E8C}" dt="2025-04-10T00:15:20.157" v="311" actId="26606"/>
          <ac:grpSpMkLst>
            <pc:docMk/>
            <pc:sldMk cId="4189269262" sldId="259"/>
            <ac:grpSpMk id="59" creationId="{04542298-A2B1-480F-A11C-A40EDD19B857}"/>
          </ac:grpSpMkLst>
        </pc:grpChg>
        <pc:grpChg chg="add del">
          <ac:chgData name="Alsaadawi, Adnan A" userId="0ef455d5-b8b5-4038-8543-79757a7095d7" providerId="ADAL" clId="{AFF17072-A3A1-4A50-9F08-F7BC94522E8C}" dt="2025-04-10T00:15:20.157" v="311" actId="26606"/>
          <ac:grpSpMkLst>
            <pc:docMk/>
            <pc:sldMk cId="4189269262" sldId="259"/>
            <ac:grpSpMk id="65" creationId="{2A5C9C35-2375-49EB-B99C-17C87D42FE7C}"/>
          </ac:grpSpMkLst>
        </pc:grpChg>
        <pc:grpChg chg="add del">
          <ac:chgData name="Alsaadawi, Adnan A" userId="0ef455d5-b8b5-4038-8543-79757a7095d7" providerId="ADAL" clId="{AFF17072-A3A1-4A50-9F08-F7BC94522E8C}" dt="2025-04-10T00:15:18.814" v="308" actId="26606"/>
          <ac:grpSpMkLst>
            <pc:docMk/>
            <pc:sldMk cId="4189269262" sldId="259"/>
            <ac:grpSpMk id="79" creationId="{2E751C04-BEA6-446B-A678-9C74819EBD4C}"/>
          </ac:grpSpMkLst>
        </pc:grpChg>
        <pc:grpChg chg="add del">
          <ac:chgData name="Alsaadawi, Adnan A" userId="0ef455d5-b8b5-4038-8543-79757a7095d7" providerId="ADAL" clId="{AFF17072-A3A1-4A50-9F08-F7BC94522E8C}" dt="2025-04-10T00:15:18.814" v="308" actId="26606"/>
          <ac:grpSpMkLst>
            <pc:docMk/>
            <pc:sldMk cId="4189269262" sldId="259"/>
            <ac:grpSpMk id="85" creationId="{B63ACBA3-DEFD-4C6D-BBA0-64468FA99C2D}"/>
          </ac:grpSpMkLst>
        </pc:grpChg>
        <pc:graphicFrameChg chg="add del mod modGraphic">
          <ac:chgData name="Alsaadawi, Adnan A" userId="0ef455d5-b8b5-4038-8543-79757a7095d7" providerId="ADAL" clId="{AFF17072-A3A1-4A50-9F08-F7BC94522E8C}" dt="2025-04-09T23:41:58.421" v="275" actId="21"/>
          <ac:graphicFrameMkLst>
            <pc:docMk/>
            <pc:sldMk cId="4189269262" sldId="259"/>
            <ac:graphicFrameMk id="6" creationId="{1509F1C8-821D-5006-5515-909F9BBC3B98}"/>
          </ac:graphicFrameMkLst>
        </pc:graphicFrameChg>
        <pc:graphicFrameChg chg="add del">
          <ac:chgData name="Alsaadawi, Adnan A" userId="0ef455d5-b8b5-4038-8543-79757a7095d7" providerId="ADAL" clId="{AFF17072-A3A1-4A50-9F08-F7BC94522E8C}" dt="2025-04-09T23:42:27" v="281" actId="26606"/>
          <ac:graphicFrameMkLst>
            <pc:docMk/>
            <pc:sldMk cId="4189269262" sldId="259"/>
            <ac:graphicFrameMk id="22" creationId="{A45CE3EE-16EA-33DC-DD20-8BAF11A11FF1}"/>
          </ac:graphicFrameMkLst>
        </pc:graphicFrameChg>
        <pc:graphicFrameChg chg="add del">
          <ac:chgData name="Alsaadawi, Adnan A" userId="0ef455d5-b8b5-4038-8543-79757a7095d7" providerId="ADAL" clId="{AFF17072-A3A1-4A50-9F08-F7BC94522E8C}" dt="2025-04-09T23:42:52.028" v="286" actId="26606"/>
          <ac:graphicFrameMkLst>
            <pc:docMk/>
            <pc:sldMk cId="4189269262" sldId="259"/>
            <ac:graphicFrameMk id="39" creationId="{714726D7-928A-793E-0A5F-926005624EF1}"/>
          </ac:graphicFrameMkLst>
        </pc:graphicFrameChg>
        <pc:graphicFrameChg chg="add del">
          <ac:chgData name="Alsaadawi, Adnan A" userId="0ef455d5-b8b5-4038-8543-79757a7095d7" providerId="ADAL" clId="{AFF17072-A3A1-4A50-9F08-F7BC94522E8C}" dt="2025-04-09T23:42:52.661" v="288" actId="26606"/>
          <ac:graphicFrameMkLst>
            <pc:docMk/>
            <pc:sldMk cId="4189269262" sldId="259"/>
            <ac:graphicFrameMk id="41" creationId="{1CED53BD-08FA-00FA-668C-5F99F2756AFB}"/>
          </ac:graphicFrameMkLst>
        </pc:graphicFrameChg>
        <pc:graphicFrameChg chg="add del">
          <ac:chgData name="Alsaadawi, Adnan A" userId="0ef455d5-b8b5-4038-8543-79757a7095d7" providerId="ADAL" clId="{AFF17072-A3A1-4A50-9F08-F7BC94522E8C}" dt="2025-04-09T23:42:54.933" v="290" actId="26606"/>
          <ac:graphicFrameMkLst>
            <pc:docMk/>
            <pc:sldMk cId="4189269262" sldId="259"/>
            <ac:graphicFrameMk id="43" creationId="{09C3C166-6ADF-B0F4-8E27-C28C8B2E25F1}"/>
          </ac:graphicFrameMkLst>
        </pc:graphicFrameChg>
        <pc:graphicFrameChg chg="add del">
          <ac:chgData name="Alsaadawi, Adnan A" userId="0ef455d5-b8b5-4038-8543-79757a7095d7" providerId="ADAL" clId="{AFF17072-A3A1-4A50-9F08-F7BC94522E8C}" dt="2025-04-09T23:42:55.997" v="292" actId="26606"/>
          <ac:graphicFrameMkLst>
            <pc:docMk/>
            <pc:sldMk cId="4189269262" sldId="259"/>
            <ac:graphicFrameMk id="45" creationId="{5620FE7B-5A25-067A-4090-F96C3F804C22}"/>
          </ac:graphicFrameMkLst>
        </pc:graphicFrameChg>
        <pc:graphicFrameChg chg="add del">
          <ac:chgData name="Alsaadawi, Adnan A" userId="0ef455d5-b8b5-4038-8543-79757a7095d7" providerId="ADAL" clId="{AFF17072-A3A1-4A50-9F08-F7BC94522E8C}" dt="2025-04-09T23:42:56.793" v="294" actId="26606"/>
          <ac:graphicFrameMkLst>
            <pc:docMk/>
            <pc:sldMk cId="4189269262" sldId="259"/>
            <ac:graphicFrameMk id="47" creationId="{C6D46ED9-F29A-672E-58DC-6D41A8767CE4}"/>
          </ac:graphicFrameMkLst>
        </pc:graphicFrameChg>
        <pc:graphicFrameChg chg="add del">
          <ac:chgData name="Alsaadawi, Adnan A" userId="0ef455d5-b8b5-4038-8543-79757a7095d7" providerId="ADAL" clId="{AFF17072-A3A1-4A50-9F08-F7BC94522E8C}" dt="2025-04-10T00:14:44.044" v="300" actId="26606"/>
          <ac:graphicFrameMkLst>
            <pc:docMk/>
            <pc:sldMk cId="4189269262" sldId="259"/>
            <ac:graphicFrameMk id="52" creationId="{42B2D1E8-29FD-756D-E14E-AC9A5F0C12AE}"/>
          </ac:graphicFrameMkLst>
        </pc:graphicFrameChg>
        <pc:picChg chg="add del">
          <ac:chgData name="Alsaadawi, Adnan A" userId="0ef455d5-b8b5-4038-8543-79757a7095d7" providerId="ADAL" clId="{AFF17072-A3A1-4A50-9F08-F7BC94522E8C}" dt="2025-04-09T23:42:27" v="281" actId="26606"/>
          <ac:picMkLst>
            <pc:docMk/>
            <pc:sldMk cId="4189269262" sldId="259"/>
            <ac:picMk id="24" creationId="{6790C392-545E-CACA-6ED1-CA42706D2539}"/>
          </ac:picMkLst>
        </pc:picChg>
        <pc:picChg chg="add del">
          <ac:chgData name="Alsaadawi, Adnan A" userId="0ef455d5-b8b5-4038-8543-79757a7095d7" providerId="ADAL" clId="{AFF17072-A3A1-4A50-9F08-F7BC94522E8C}" dt="2025-04-09T23:42:56.793" v="294" actId="26606"/>
          <ac:picMkLst>
            <pc:docMk/>
            <pc:sldMk cId="4189269262" sldId="259"/>
            <ac:picMk id="40" creationId="{3E686BF3-87DA-7141-D2F6-C63F236C459D}"/>
          </ac:picMkLst>
        </pc:picChg>
        <pc:picChg chg="add del">
          <ac:chgData name="Alsaadawi, Adnan A" userId="0ef455d5-b8b5-4038-8543-79757a7095d7" providerId="ADAL" clId="{AFF17072-A3A1-4A50-9F08-F7BC94522E8C}" dt="2025-04-10T00:14:44.044" v="300" actId="26606"/>
          <ac:picMkLst>
            <pc:docMk/>
            <pc:sldMk cId="4189269262" sldId="259"/>
            <ac:picMk id="53" creationId="{060FDFB9-AFD8-C99A-6551-5B4698CD7D17}"/>
          </ac:picMkLst>
        </pc:picChg>
      </pc:sldChg>
      <pc:sldChg chg="addSp delSp modSp mod">
        <pc:chgData name="Alsaadawi, Adnan A" userId="0ef455d5-b8b5-4038-8543-79757a7095d7" providerId="ADAL" clId="{AFF17072-A3A1-4A50-9F08-F7BC94522E8C}" dt="2025-04-10T11:40:13.995" v="684" actId="1036"/>
        <pc:sldMkLst>
          <pc:docMk/>
          <pc:sldMk cId="3619808877" sldId="260"/>
        </pc:sldMkLst>
        <pc:spChg chg="add del mod">
          <ac:chgData name="Alsaadawi, Adnan A" userId="0ef455d5-b8b5-4038-8543-79757a7095d7" providerId="ADAL" clId="{AFF17072-A3A1-4A50-9F08-F7BC94522E8C}" dt="2025-04-10T00:25:42.229" v="333" actId="21"/>
          <ac:spMkLst>
            <pc:docMk/>
            <pc:sldMk cId="3619808877" sldId="260"/>
            <ac:spMk id="3" creationId="{C2627AEB-6229-3CEF-F3F5-B8FEF5D7981E}"/>
          </ac:spMkLst>
        </pc:spChg>
        <pc:spChg chg="mod">
          <ac:chgData name="Alsaadawi, Adnan A" userId="0ef455d5-b8b5-4038-8543-79757a7095d7" providerId="ADAL" clId="{AFF17072-A3A1-4A50-9F08-F7BC94522E8C}" dt="2025-04-10T11:40:13.995" v="684" actId="1036"/>
          <ac:spMkLst>
            <pc:docMk/>
            <pc:sldMk cId="3619808877" sldId="260"/>
            <ac:spMk id="4" creationId="{D0149552-FB9E-98D5-6D0C-A5222DFE89DC}"/>
          </ac:spMkLst>
        </pc:spChg>
        <pc:spChg chg="add del mod">
          <ac:chgData name="Alsaadawi, Adnan A" userId="0ef455d5-b8b5-4038-8543-79757a7095d7" providerId="ADAL" clId="{AFF17072-A3A1-4A50-9F08-F7BC94522E8C}" dt="2025-04-10T00:25:41.714" v="332"/>
          <ac:spMkLst>
            <pc:docMk/>
            <pc:sldMk cId="3619808877" sldId="260"/>
            <ac:spMk id="5" creationId="{201AA238-218E-8456-E226-D2C41DD3CFC0}"/>
          </ac:spMkLst>
        </pc:spChg>
        <pc:spChg chg="add del mod">
          <ac:chgData name="Alsaadawi, Adnan A" userId="0ef455d5-b8b5-4038-8543-79757a7095d7" providerId="ADAL" clId="{AFF17072-A3A1-4A50-9F08-F7BC94522E8C}" dt="2025-04-10T00:51:03.078" v="354"/>
          <ac:spMkLst>
            <pc:docMk/>
            <pc:sldMk cId="3619808877" sldId="260"/>
            <ac:spMk id="7" creationId="{77C650FF-261C-E3A5-7481-08EEB552F190}"/>
          </ac:spMkLst>
        </pc:spChg>
        <pc:spChg chg="add del mod">
          <ac:chgData name="Alsaadawi, Adnan A" userId="0ef455d5-b8b5-4038-8543-79757a7095d7" providerId="ADAL" clId="{AFF17072-A3A1-4A50-9F08-F7BC94522E8C}" dt="2025-04-10T00:51:58.318" v="361"/>
          <ac:spMkLst>
            <pc:docMk/>
            <pc:sldMk cId="3619808877" sldId="260"/>
            <ac:spMk id="8" creationId="{69F55578-2E2C-F49D-45BE-DEEB649ECEEA}"/>
          </ac:spMkLst>
        </pc:spChg>
        <pc:spChg chg="add">
          <ac:chgData name="Alsaadawi, Adnan A" userId="0ef455d5-b8b5-4038-8543-79757a7095d7" providerId="ADAL" clId="{AFF17072-A3A1-4A50-9F08-F7BC94522E8C}" dt="2025-04-10T00:51:55.957" v="359"/>
          <ac:spMkLst>
            <pc:docMk/>
            <pc:sldMk cId="3619808877" sldId="260"/>
            <ac:spMk id="9" creationId="{D7FF4E60-6131-D7DF-2E8C-DCD3CDF77A8F}"/>
          </ac:spMkLst>
        </pc:spChg>
        <pc:spChg chg="add del mod">
          <ac:chgData name="Alsaadawi, Adnan A" userId="0ef455d5-b8b5-4038-8543-79757a7095d7" providerId="ADAL" clId="{AFF17072-A3A1-4A50-9F08-F7BC94522E8C}" dt="2025-04-10T00:52:02.214" v="362" actId="26606"/>
          <ac:spMkLst>
            <pc:docMk/>
            <pc:sldMk cId="3619808877" sldId="260"/>
            <ac:spMk id="10" creationId="{6A931654-E5E6-D167-9820-49F1E0C44FC0}"/>
          </ac:spMkLst>
        </pc:spChg>
        <pc:spChg chg="add del">
          <ac:chgData name="Alsaadawi, Adnan A" userId="0ef455d5-b8b5-4038-8543-79757a7095d7" providerId="ADAL" clId="{AFF17072-A3A1-4A50-9F08-F7BC94522E8C}" dt="2025-04-10T00:25:58.815" v="336" actId="26606"/>
          <ac:spMkLst>
            <pc:docMk/>
            <pc:sldMk cId="3619808877" sldId="260"/>
            <ac:spMk id="15" creationId="{AE2B703B-46F9-481A-A605-82E2A828C4FA}"/>
          </ac:spMkLst>
        </pc:spChg>
        <pc:spChg chg="add del">
          <ac:chgData name="Alsaadawi, Adnan A" userId="0ef455d5-b8b5-4038-8543-79757a7095d7" providerId="ADAL" clId="{AFF17072-A3A1-4A50-9F08-F7BC94522E8C}" dt="2025-04-10T00:25:58.815" v="336" actId="26606"/>
          <ac:spMkLst>
            <pc:docMk/>
            <pc:sldMk cId="3619808877" sldId="260"/>
            <ac:spMk id="16" creationId="{F13BE4D7-0C3D-4906-B230-A1C5B4665CCF}"/>
          </ac:spMkLst>
        </pc:spChg>
        <pc:spChg chg="add del">
          <ac:chgData name="Alsaadawi, Adnan A" userId="0ef455d5-b8b5-4038-8543-79757a7095d7" providerId="ADAL" clId="{AFF17072-A3A1-4A50-9F08-F7BC94522E8C}" dt="2025-04-10T00:25:58.781" v="335" actId="26606"/>
          <ac:spMkLst>
            <pc:docMk/>
            <pc:sldMk cId="3619808877" sldId="260"/>
            <ac:spMk id="22" creationId="{6C4028FD-8BAA-4A19-BFDE-594D991B7552}"/>
          </ac:spMkLst>
        </pc:spChg>
        <pc:spChg chg="add del">
          <ac:chgData name="Alsaadawi, Adnan A" userId="0ef455d5-b8b5-4038-8543-79757a7095d7" providerId="ADAL" clId="{AFF17072-A3A1-4A50-9F08-F7BC94522E8C}" dt="2025-04-10T00:25:41.197" v="331" actId="26606"/>
          <ac:spMkLst>
            <pc:docMk/>
            <pc:sldMk cId="3619808877" sldId="260"/>
            <ac:spMk id="23" creationId="{B50AB553-2A96-4A92-96F2-93548E096954}"/>
          </ac:spMkLst>
        </pc:spChg>
        <pc:spChg chg="add del mod">
          <ac:chgData name="Alsaadawi, Adnan A" userId="0ef455d5-b8b5-4038-8543-79757a7095d7" providerId="ADAL" clId="{AFF17072-A3A1-4A50-9F08-F7BC94522E8C}" dt="2025-04-10T00:52:02.214" v="362" actId="26606"/>
          <ac:spMkLst>
            <pc:docMk/>
            <pc:sldMk cId="3619808877" sldId="260"/>
            <ac:spMk id="24" creationId="{955A2079-FA98-4876-80F0-72364A7D2EA4}"/>
          </ac:spMkLst>
        </pc:spChg>
        <pc:spChg chg="add del">
          <ac:chgData name="Alsaadawi, Adnan A" userId="0ef455d5-b8b5-4038-8543-79757a7095d7" providerId="ADAL" clId="{AFF17072-A3A1-4A50-9F08-F7BC94522E8C}" dt="2025-04-10T00:55:40.214" v="376" actId="26606"/>
          <ac:spMkLst>
            <pc:docMk/>
            <pc:sldMk cId="3619808877" sldId="260"/>
            <ac:spMk id="27" creationId="{BACC6370-2D7E-4714-9D71-7542949D7D5D}"/>
          </ac:spMkLst>
        </pc:spChg>
        <pc:spChg chg="add del">
          <ac:chgData name="Alsaadawi, Adnan A" userId="0ef455d5-b8b5-4038-8543-79757a7095d7" providerId="ADAL" clId="{AFF17072-A3A1-4A50-9F08-F7BC94522E8C}" dt="2025-04-10T00:55:40.214" v="376" actId="26606"/>
          <ac:spMkLst>
            <pc:docMk/>
            <pc:sldMk cId="3619808877" sldId="260"/>
            <ac:spMk id="28" creationId="{F68B3F68-107C-434F-AA38-110D5EA91B85}"/>
          </ac:spMkLst>
        </pc:spChg>
        <pc:spChg chg="add del">
          <ac:chgData name="Alsaadawi, Adnan A" userId="0ef455d5-b8b5-4038-8543-79757a7095d7" providerId="ADAL" clId="{AFF17072-A3A1-4A50-9F08-F7BC94522E8C}" dt="2025-04-10T00:55:40.214" v="376" actId="26606"/>
          <ac:spMkLst>
            <pc:docMk/>
            <pc:sldMk cId="3619808877" sldId="260"/>
            <ac:spMk id="29" creationId="{AAD0DBB9-1A4B-4391-81D4-CB19F9AB918A}"/>
          </ac:spMkLst>
        </pc:spChg>
        <pc:spChg chg="add del">
          <ac:chgData name="Alsaadawi, Adnan A" userId="0ef455d5-b8b5-4038-8543-79757a7095d7" providerId="ADAL" clId="{AFF17072-A3A1-4A50-9F08-F7BC94522E8C}" dt="2025-04-10T00:51:25.038" v="358" actId="26606"/>
          <ac:spMkLst>
            <pc:docMk/>
            <pc:sldMk cId="3619808877" sldId="260"/>
            <ac:spMk id="30" creationId="{BACC6370-2D7E-4714-9D71-7542949D7D5D}"/>
          </ac:spMkLst>
        </pc:spChg>
        <pc:spChg chg="add del">
          <ac:chgData name="Alsaadawi, Adnan A" userId="0ef455d5-b8b5-4038-8543-79757a7095d7" providerId="ADAL" clId="{AFF17072-A3A1-4A50-9F08-F7BC94522E8C}" dt="2025-04-10T00:55:40.214" v="376" actId="26606"/>
          <ac:spMkLst>
            <pc:docMk/>
            <pc:sldMk cId="3619808877" sldId="260"/>
            <ac:spMk id="31" creationId="{063BBA22-50EA-4C4D-BE05-F1CE4E63AA56}"/>
          </ac:spMkLst>
        </pc:spChg>
        <pc:spChg chg="add del">
          <ac:chgData name="Alsaadawi, Adnan A" userId="0ef455d5-b8b5-4038-8543-79757a7095d7" providerId="ADAL" clId="{AFF17072-A3A1-4A50-9F08-F7BC94522E8C}" dt="2025-04-10T00:51:25.038" v="358" actId="26606"/>
          <ac:spMkLst>
            <pc:docMk/>
            <pc:sldMk cId="3619808877" sldId="260"/>
            <ac:spMk id="32" creationId="{F68B3F68-107C-434F-AA38-110D5EA91B85}"/>
          </ac:spMkLst>
        </pc:spChg>
        <pc:spChg chg="add del">
          <ac:chgData name="Alsaadawi, Adnan A" userId="0ef455d5-b8b5-4038-8543-79757a7095d7" providerId="ADAL" clId="{AFF17072-A3A1-4A50-9F08-F7BC94522E8C}" dt="2025-04-10T00:51:25.038" v="358" actId="26606"/>
          <ac:spMkLst>
            <pc:docMk/>
            <pc:sldMk cId="3619808877" sldId="260"/>
            <ac:spMk id="34" creationId="{AAD0DBB9-1A4B-4391-81D4-CB19F9AB918A}"/>
          </ac:spMkLst>
        </pc:spChg>
        <pc:spChg chg="add del">
          <ac:chgData name="Alsaadawi, Adnan A" userId="0ef455d5-b8b5-4038-8543-79757a7095d7" providerId="ADAL" clId="{AFF17072-A3A1-4A50-9F08-F7BC94522E8C}" dt="2025-04-10T00:51:25.038" v="358" actId="26606"/>
          <ac:spMkLst>
            <pc:docMk/>
            <pc:sldMk cId="3619808877" sldId="260"/>
            <ac:spMk id="36" creationId="{063BBA22-50EA-4C4D-BE05-F1CE4E63AA56}"/>
          </ac:spMkLst>
        </pc:spChg>
        <pc:spChg chg="add del">
          <ac:chgData name="Alsaadawi, Adnan A" userId="0ef455d5-b8b5-4038-8543-79757a7095d7" providerId="ADAL" clId="{AFF17072-A3A1-4A50-9F08-F7BC94522E8C}" dt="2025-04-10T00:56:51.704" v="385" actId="26606"/>
          <ac:spMkLst>
            <pc:docMk/>
            <pc:sldMk cId="3619808877" sldId="260"/>
            <ac:spMk id="38" creationId="{955A2079-FA98-4876-80F0-72364A7D2EA4}"/>
          </ac:spMkLst>
        </pc:spChg>
        <pc:spChg chg="add">
          <ac:chgData name="Alsaadawi, Adnan A" userId="0ef455d5-b8b5-4038-8543-79757a7095d7" providerId="ADAL" clId="{AFF17072-A3A1-4A50-9F08-F7BC94522E8C}" dt="2025-04-10T00:56:51.704" v="385" actId="26606"/>
          <ac:spMkLst>
            <pc:docMk/>
            <pc:sldMk cId="3619808877" sldId="260"/>
            <ac:spMk id="43" creationId="{CB49665F-0298-4449-8D2D-209989CB9EE3}"/>
          </ac:spMkLst>
        </pc:spChg>
        <pc:spChg chg="add">
          <ac:chgData name="Alsaadawi, Adnan A" userId="0ef455d5-b8b5-4038-8543-79757a7095d7" providerId="ADAL" clId="{AFF17072-A3A1-4A50-9F08-F7BC94522E8C}" dt="2025-04-10T00:56:51.704" v="385" actId="26606"/>
          <ac:spMkLst>
            <pc:docMk/>
            <pc:sldMk cId="3619808877" sldId="260"/>
            <ac:spMk id="45" creationId="{A71EEC14-174A-46FA-B046-474750457130}"/>
          </ac:spMkLst>
        </pc:spChg>
        <pc:grpChg chg="add">
          <ac:chgData name="Alsaadawi, Adnan A" userId="0ef455d5-b8b5-4038-8543-79757a7095d7" providerId="ADAL" clId="{AFF17072-A3A1-4A50-9F08-F7BC94522E8C}" dt="2025-04-10T00:56:51.704" v="385" actId="26606"/>
          <ac:grpSpMkLst>
            <pc:docMk/>
            <pc:sldMk cId="3619808877" sldId="260"/>
            <ac:grpSpMk id="47" creationId="{EEB6CB95-E653-4C6C-AE51-62FD848E8D5B}"/>
          </ac:grpSpMkLst>
        </pc:grpChg>
        <pc:grpChg chg="add">
          <ac:chgData name="Alsaadawi, Adnan A" userId="0ef455d5-b8b5-4038-8543-79757a7095d7" providerId="ADAL" clId="{AFF17072-A3A1-4A50-9F08-F7BC94522E8C}" dt="2025-04-10T00:56:51.704" v="385" actId="26606"/>
          <ac:grpSpMkLst>
            <pc:docMk/>
            <pc:sldMk cId="3619808877" sldId="260"/>
            <ac:grpSpMk id="51" creationId="{43F5E015-E085-4624-B431-B42414448684}"/>
          </ac:grpSpMkLst>
        </pc:grpChg>
        <pc:graphicFrameChg chg="add del mod modGraphic">
          <ac:chgData name="Alsaadawi, Adnan A" userId="0ef455d5-b8b5-4038-8543-79757a7095d7" providerId="ADAL" clId="{AFF17072-A3A1-4A50-9F08-F7BC94522E8C}" dt="2025-04-10T00:50:59.633" v="353" actId="21"/>
          <ac:graphicFrameMkLst>
            <pc:docMk/>
            <pc:sldMk cId="3619808877" sldId="260"/>
            <ac:graphicFrameMk id="17" creationId="{7B832368-78E7-0FAA-1D66-D51B0AB4EA7B}"/>
          </ac:graphicFrameMkLst>
        </pc:graphicFrameChg>
        <pc:graphicFrameChg chg="add del">
          <ac:chgData name="Alsaadawi, Adnan A" userId="0ef455d5-b8b5-4038-8543-79757a7095d7" providerId="ADAL" clId="{AFF17072-A3A1-4A50-9F08-F7BC94522E8C}" dt="2025-04-10T00:25:41.197" v="331" actId="26606"/>
          <ac:graphicFrameMkLst>
            <pc:docMk/>
            <pc:sldMk cId="3619808877" sldId="260"/>
            <ac:graphicFrameMk id="18" creationId="{0349C5D6-152B-79BC-63A2-C40E3BE0484A}"/>
          </ac:graphicFrameMkLst>
        </pc:graphicFrameChg>
        <pc:graphicFrameChg chg="add del mod">
          <ac:chgData name="Alsaadawi, Adnan A" userId="0ef455d5-b8b5-4038-8543-79757a7095d7" providerId="ADAL" clId="{AFF17072-A3A1-4A50-9F08-F7BC94522E8C}" dt="2025-04-10T00:51:25.038" v="358" actId="26606"/>
          <ac:graphicFrameMkLst>
            <pc:docMk/>
            <pc:sldMk cId="3619808877" sldId="260"/>
            <ac:graphicFrameMk id="26" creationId="{1F8192C3-E09B-D9CB-BA83-A2652BD85FA1}"/>
          </ac:graphicFrameMkLst>
        </pc:graphicFrameChg>
        <pc:graphicFrameChg chg="add mod modGraphic">
          <ac:chgData name="Alsaadawi, Adnan A" userId="0ef455d5-b8b5-4038-8543-79757a7095d7" providerId="ADAL" clId="{AFF17072-A3A1-4A50-9F08-F7BC94522E8C}" dt="2025-04-10T11:39:32.591" v="683" actId="113"/>
          <ac:graphicFrameMkLst>
            <pc:docMk/>
            <pc:sldMk cId="3619808877" sldId="260"/>
            <ac:graphicFrameMk id="33" creationId="{27EB505A-846F-44E8-456B-EDC57404BD89}"/>
          </ac:graphicFrameMkLst>
        </pc:graphicFrameChg>
        <pc:picChg chg="add del">
          <ac:chgData name="Alsaadawi, Adnan A" userId="0ef455d5-b8b5-4038-8543-79757a7095d7" providerId="ADAL" clId="{AFF17072-A3A1-4A50-9F08-F7BC94522E8C}" dt="2025-04-10T00:25:41.197" v="331" actId="26606"/>
          <ac:picMkLst>
            <pc:docMk/>
            <pc:sldMk cId="3619808877" sldId="260"/>
            <ac:picMk id="19" creationId="{D37E8B47-3738-214D-78D8-71118AE2DC84}"/>
          </ac:picMkLst>
        </pc:picChg>
      </pc:sldChg>
      <pc:sldChg chg="addSp delSp modSp del mod">
        <pc:chgData name="Alsaadawi, Adnan A" userId="0ef455d5-b8b5-4038-8543-79757a7095d7" providerId="ADAL" clId="{AFF17072-A3A1-4A50-9F08-F7BC94522E8C}" dt="2025-04-10T00:50:56.236" v="352" actId="2696"/>
        <pc:sldMkLst>
          <pc:docMk/>
          <pc:sldMk cId="918350369" sldId="261"/>
        </pc:sldMkLst>
        <pc:spChg chg="mod or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918350369" sldId="261"/>
            <ac:spMk id="4" creationId="{257B244B-F13D-F49C-C68A-6B446DA2FA47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918350369" sldId="261"/>
            <ac:spMk id="9" creationId="{ABA62669-4A94-431B-B8CD-7650CC713EDC}"/>
          </ac:spMkLst>
        </pc:spChg>
        <pc:spChg chg="add 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918350369" sldId="261"/>
            <ac:spMk id="15" creationId="{9F7D5CDA-D291-4307-BF55-1381FED29634}"/>
          </ac:spMkLst>
        </pc:spChg>
        <pc:spChg chg="add 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918350369" sldId="261"/>
            <ac:spMk id="17" creationId="{59B296B9-C5A5-4E4F-9B60-C907B5F1466C}"/>
          </ac:spMkLst>
        </pc:spChg>
        <pc:spChg chg="add 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918350369" sldId="261"/>
            <ac:spMk id="19" creationId="{D0300FD3-5AF1-6305-15FA-9078072672E2}"/>
          </ac:spMkLst>
        </pc:spChg>
        <pc:picChg chg="mod">
          <ac:chgData name="Alsaadawi, Adnan A" userId="0ef455d5-b8b5-4038-8543-79757a7095d7" providerId="ADAL" clId="{AFF17072-A3A1-4A50-9F08-F7BC94522E8C}" dt="2025-04-09T15:46:41.392" v="1" actId="26606"/>
          <ac:picMkLst>
            <pc:docMk/>
            <pc:sldMk cId="918350369" sldId="261"/>
            <ac:picMk id="8" creationId="{7C78B77A-F73C-D382-DE86-18CC2F2B43D0}"/>
          </ac:picMkLst>
        </pc:picChg>
        <pc:cxnChg chg="del">
          <ac:chgData name="Alsaadawi, Adnan A" userId="0ef455d5-b8b5-4038-8543-79757a7095d7" providerId="ADAL" clId="{AFF17072-A3A1-4A50-9F08-F7BC94522E8C}" dt="2025-04-09T15:46:41.392" v="1" actId="26606"/>
          <ac:cxnSpMkLst>
            <pc:docMk/>
            <pc:sldMk cId="918350369" sldId="261"/>
            <ac:cxnSpMk id="10" creationId="{1503BFE4-729B-D9D0-C17B-501E6AF1127A}"/>
          </ac:cxnSpMkLst>
        </pc:cxnChg>
      </pc:sldChg>
      <pc:sldChg chg="addSp delSp modSp mod">
        <pc:chgData name="Alsaadawi, Adnan A" userId="0ef455d5-b8b5-4038-8543-79757a7095d7" providerId="ADAL" clId="{AFF17072-A3A1-4A50-9F08-F7BC94522E8C}" dt="2025-04-10T11:40:42.431" v="685" actId="14100"/>
        <pc:sldMkLst>
          <pc:docMk/>
          <pc:sldMk cId="3092287815" sldId="262"/>
        </pc:sldMkLst>
        <pc:spChg chg="mod">
          <ac:chgData name="Alsaadawi, Adnan A" userId="0ef455d5-b8b5-4038-8543-79757a7095d7" providerId="ADAL" clId="{AFF17072-A3A1-4A50-9F08-F7BC94522E8C}" dt="2025-04-10T01:18:17.036" v="581" actId="113"/>
          <ac:spMkLst>
            <pc:docMk/>
            <pc:sldMk cId="3092287815" sldId="262"/>
            <ac:spMk id="2" creationId="{C6479C85-0B4C-6D1D-DF58-7ABBADA2628D}"/>
          </ac:spMkLst>
        </pc:spChg>
        <pc:spChg chg="mod ord">
          <ac:chgData name="Alsaadawi, Adnan A" userId="0ef455d5-b8b5-4038-8543-79757a7095d7" providerId="ADAL" clId="{AFF17072-A3A1-4A50-9F08-F7BC94522E8C}" dt="2025-04-10T01:18:01.440" v="579" actId="27636"/>
          <ac:spMkLst>
            <pc:docMk/>
            <pc:sldMk cId="3092287815" sldId="262"/>
            <ac:spMk id="3" creationId="{B1818E1A-4736-DCB2-96C1-29D9FA878D16}"/>
          </ac:spMkLst>
        </pc:spChg>
        <pc:spChg chg="add del">
          <ac:chgData name="Alsaadawi, Adnan A" userId="0ef455d5-b8b5-4038-8543-79757a7095d7" providerId="ADAL" clId="{AFF17072-A3A1-4A50-9F08-F7BC94522E8C}" dt="2025-04-09T22:43:54.739" v="23" actId="26606"/>
          <ac:spMkLst>
            <pc:docMk/>
            <pc:sldMk cId="3092287815" sldId="262"/>
            <ac:spMk id="18" creationId="{9F7D5CDA-D291-4307-BF55-1381FED29634}"/>
          </ac:spMkLst>
        </pc:spChg>
        <pc:spChg chg="add del">
          <ac:chgData name="Alsaadawi, Adnan A" userId="0ef455d5-b8b5-4038-8543-79757a7095d7" providerId="ADAL" clId="{AFF17072-A3A1-4A50-9F08-F7BC94522E8C}" dt="2025-04-09T22:43:54.739" v="23" actId="26606"/>
          <ac:spMkLst>
            <pc:docMk/>
            <pc:sldMk cId="3092287815" sldId="262"/>
            <ac:spMk id="20" creationId="{59B296B9-C5A5-4E4F-9B60-C907B5F1466C}"/>
          </ac:spMkLst>
        </pc:spChg>
        <pc:spChg chg="add del">
          <ac:chgData name="Alsaadawi, Adnan A" userId="0ef455d5-b8b5-4038-8543-79757a7095d7" providerId="ADAL" clId="{AFF17072-A3A1-4A50-9F08-F7BC94522E8C}" dt="2025-04-09T22:43:54.739" v="23" actId="26606"/>
          <ac:spMkLst>
            <pc:docMk/>
            <pc:sldMk cId="3092287815" sldId="262"/>
            <ac:spMk id="22" creationId="{D0300FD3-5AF1-6305-15FA-9078072672E2}"/>
          </ac:spMkLst>
        </pc:spChg>
        <pc:spChg chg="add del">
          <ac:chgData name="Alsaadawi, Adnan A" userId="0ef455d5-b8b5-4038-8543-79757a7095d7" providerId="ADAL" clId="{AFF17072-A3A1-4A50-9F08-F7BC94522E8C}" dt="2025-04-09T22:44:57.541" v="39" actId="26606"/>
          <ac:spMkLst>
            <pc:docMk/>
            <pc:sldMk cId="3092287815" sldId="262"/>
            <ac:spMk id="24" creationId="{2B97F24A-32CE-4C1C-A50D-3016B394DCFB}"/>
          </ac:spMkLst>
        </pc:spChg>
        <pc:spChg chg="add del">
          <ac:chgData name="Alsaadawi, Adnan A" userId="0ef455d5-b8b5-4038-8543-79757a7095d7" providerId="ADAL" clId="{AFF17072-A3A1-4A50-9F08-F7BC94522E8C}" dt="2025-04-09T22:44:57.541" v="39" actId="26606"/>
          <ac:spMkLst>
            <pc:docMk/>
            <pc:sldMk cId="3092287815" sldId="262"/>
            <ac:spMk id="25" creationId="{CD8B4F24-440B-49E9-B85D-733523DC064B}"/>
          </ac:spMkLst>
        </pc:spChg>
        <pc:spChg chg="add del">
          <ac:chgData name="Alsaadawi, Adnan A" userId="0ef455d5-b8b5-4038-8543-79757a7095d7" providerId="ADAL" clId="{AFF17072-A3A1-4A50-9F08-F7BC94522E8C}" dt="2025-04-09T22:41:02.474" v="17" actId="26606"/>
          <ac:spMkLst>
            <pc:docMk/>
            <pc:sldMk cId="3092287815" sldId="262"/>
            <ac:spMk id="27" creationId="{352BEC0E-22F8-46D0-9632-375DB541B06C}"/>
          </ac:spMkLst>
        </pc:spChg>
        <pc:spChg chg="add del">
          <ac:chgData name="Alsaadawi, Adnan A" userId="0ef455d5-b8b5-4038-8543-79757a7095d7" providerId="ADAL" clId="{AFF17072-A3A1-4A50-9F08-F7BC94522E8C}" dt="2025-04-09T22:41:02.474" v="17" actId="26606"/>
          <ac:spMkLst>
            <pc:docMk/>
            <pc:sldMk cId="3092287815" sldId="262"/>
            <ac:spMk id="29" creationId="{3FCFB1DE-0B7E-48CC-BA90-B2AB0889F9D6}"/>
          </ac:spMkLst>
        </pc:spChg>
        <pc:spChg chg="add del">
          <ac:chgData name="Alsaadawi, Adnan A" userId="0ef455d5-b8b5-4038-8543-79757a7095d7" providerId="ADAL" clId="{AFF17072-A3A1-4A50-9F08-F7BC94522E8C}" dt="2025-04-09T22:44:57.536" v="38" actId="26606"/>
          <ac:spMkLst>
            <pc:docMk/>
            <pc:sldMk cId="3092287815" sldId="262"/>
            <ac:spMk id="30" creationId="{9CE0A68D-28EF-49D9-B84B-5DAB38714976}"/>
          </ac:spMkLst>
        </pc:spChg>
        <pc:spChg chg="add del">
          <ac:chgData name="Alsaadawi, Adnan A" userId="0ef455d5-b8b5-4038-8543-79757a7095d7" providerId="ADAL" clId="{AFF17072-A3A1-4A50-9F08-F7BC94522E8C}" dt="2025-04-09T22:44:57.536" v="38" actId="26606"/>
          <ac:spMkLst>
            <pc:docMk/>
            <pc:sldMk cId="3092287815" sldId="262"/>
            <ac:spMk id="32" creationId="{1FA0C3DC-24DE-44E3-9D41-CAA5F3B20751}"/>
          </ac:spMkLst>
        </pc:spChg>
        <pc:spChg chg="add del">
          <ac:chgData name="Alsaadawi, Adnan A" userId="0ef455d5-b8b5-4038-8543-79757a7095d7" providerId="ADAL" clId="{AFF17072-A3A1-4A50-9F08-F7BC94522E8C}" dt="2025-04-09T22:45:11.337" v="41" actId="26606"/>
          <ac:spMkLst>
            <pc:docMk/>
            <pc:sldMk cId="3092287815" sldId="262"/>
            <ac:spMk id="34" creationId="{E81BF4F6-F2CF-4984-9D14-D6966D92F99F}"/>
          </ac:spMkLst>
        </pc:spChg>
        <pc:spChg chg="add del mod">
          <ac:chgData name="Alsaadawi, Adnan A" userId="0ef455d5-b8b5-4038-8543-79757a7095d7" providerId="ADAL" clId="{AFF17072-A3A1-4A50-9F08-F7BC94522E8C}" dt="2025-04-10T01:13:27.872" v="518" actId="26606"/>
          <ac:spMkLst>
            <pc:docMk/>
            <pc:sldMk cId="3092287815" sldId="262"/>
            <ac:spMk id="39" creationId="{0288C6B4-AFC3-407F-A595-EFFD38D4CCAF}"/>
          </ac:spMkLst>
        </pc:spChg>
        <pc:spChg chg="add del mod">
          <ac:chgData name="Alsaadawi, Adnan A" userId="0ef455d5-b8b5-4038-8543-79757a7095d7" providerId="ADAL" clId="{AFF17072-A3A1-4A50-9F08-F7BC94522E8C}" dt="2025-04-10T01:13:27.872" v="518" actId="26606"/>
          <ac:spMkLst>
            <pc:docMk/>
            <pc:sldMk cId="3092287815" sldId="262"/>
            <ac:spMk id="41" creationId="{CF236821-17FE-429B-8D2C-08E13A64EA40}"/>
          </ac:spMkLst>
        </pc:spChg>
        <pc:spChg chg="add del mod">
          <ac:chgData name="Alsaadawi, Adnan A" userId="0ef455d5-b8b5-4038-8543-79757a7095d7" providerId="ADAL" clId="{AFF17072-A3A1-4A50-9F08-F7BC94522E8C}" dt="2025-04-10T01:13:27.872" v="518" actId="26606"/>
          <ac:spMkLst>
            <pc:docMk/>
            <pc:sldMk cId="3092287815" sldId="262"/>
            <ac:spMk id="43" creationId="{C0BDBCD2-E081-43AB-9119-C55465E59757}"/>
          </ac:spMkLst>
        </pc:spChg>
        <pc:spChg chg="add del mod">
          <ac:chgData name="Alsaadawi, Adnan A" userId="0ef455d5-b8b5-4038-8543-79757a7095d7" providerId="ADAL" clId="{AFF17072-A3A1-4A50-9F08-F7BC94522E8C}" dt="2025-04-10T01:13:27.872" v="518" actId="26606"/>
          <ac:spMkLst>
            <pc:docMk/>
            <pc:sldMk cId="3092287815" sldId="262"/>
            <ac:spMk id="45" creationId="{98E79BE4-34FE-485A-98A5-92CE8F7C4743}"/>
          </ac:spMkLst>
        </pc:spChg>
        <pc:spChg chg="add del mod">
          <ac:chgData name="Alsaadawi, Adnan A" userId="0ef455d5-b8b5-4038-8543-79757a7095d7" providerId="ADAL" clId="{AFF17072-A3A1-4A50-9F08-F7BC94522E8C}" dt="2025-04-10T01:13:27.872" v="518" actId="26606"/>
          <ac:spMkLst>
            <pc:docMk/>
            <pc:sldMk cId="3092287815" sldId="262"/>
            <ac:spMk id="47" creationId="{7A5F0580-5EE9-419F-96EE-B6529EF6E7D0}"/>
          </ac:spMkLst>
        </pc:spChg>
        <pc:spChg chg="add del">
          <ac:chgData name="Alsaadawi, Adnan A" userId="0ef455d5-b8b5-4038-8543-79757a7095d7" providerId="ADAL" clId="{AFF17072-A3A1-4A50-9F08-F7BC94522E8C}" dt="2025-04-10T01:16:49.930" v="537" actId="26606"/>
          <ac:spMkLst>
            <pc:docMk/>
            <pc:sldMk cId="3092287815" sldId="262"/>
            <ac:spMk id="52" creationId="{9CE0A68D-28EF-49D9-B84B-5DAB38714976}"/>
          </ac:spMkLst>
        </pc:spChg>
        <pc:spChg chg="add del">
          <ac:chgData name="Alsaadawi, Adnan A" userId="0ef455d5-b8b5-4038-8543-79757a7095d7" providerId="ADAL" clId="{AFF17072-A3A1-4A50-9F08-F7BC94522E8C}" dt="2025-04-10T01:16:49.930" v="537" actId="26606"/>
          <ac:spMkLst>
            <pc:docMk/>
            <pc:sldMk cId="3092287815" sldId="262"/>
            <ac:spMk id="54" creationId="{1FA0C3DC-24DE-44E3-9D41-CAA5F3B20751}"/>
          </ac:spMkLst>
        </pc:spChg>
        <pc:spChg chg="add">
          <ac:chgData name="Alsaadawi, Adnan A" userId="0ef455d5-b8b5-4038-8543-79757a7095d7" providerId="ADAL" clId="{AFF17072-A3A1-4A50-9F08-F7BC94522E8C}" dt="2025-04-10T01:16:49.930" v="537" actId="26606"/>
          <ac:spMkLst>
            <pc:docMk/>
            <pc:sldMk cId="3092287815" sldId="262"/>
            <ac:spMk id="59" creationId="{E81BF4F6-F2CF-4984-9D14-D6966D92F99F}"/>
          </ac:spMkLst>
        </pc:spChg>
        <pc:picChg chg="del mod ord">
          <ac:chgData name="Alsaadawi, Adnan A" userId="0ef455d5-b8b5-4038-8543-79757a7095d7" providerId="ADAL" clId="{AFF17072-A3A1-4A50-9F08-F7BC94522E8C}" dt="2025-04-09T22:43:12.030" v="20" actId="478"/>
          <ac:picMkLst>
            <pc:docMk/>
            <pc:sldMk cId="3092287815" sldId="262"/>
            <ac:picMk id="5" creationId="{03F1AD2A-9610-9EEB-8AEE-D4089CD1091E}"/>
          </ac:picMkLst>
        </pc:picChg>
        <pc:picChg chg="add del mod">
          <ac:chgData name="Alsaadawi, Adnan A" userId="0ef455d5-b8b5-4038-8543-79757a7095d7" providerId="ADAL" clId="{AFF17072-A3A1-4A50-9F08-F7BC94522E8C}" dt="2025-04-09T22:41:03.215" v="18" actId="22"/>
          <ac:picMkLst>
            <pc:docMk/>
            <pc:sldMk cId="3092287815" sldId="262"/>
            <ac:picMk id="6" creationId="{61D02703-C552-4589-2D37-966A370E9A6C}"/>
          </ac:picMkLst>
        </pc:picChg>
        <pc:picChg chg="add mod ord">
          <ac:chgData name="Alsaadawi, Adnan A" userId="0ef455d5-b8b5-4038-8543-79757a7095d7" providerId="ADAL" clId="{AFF17072-A3A1-4A50-9F08-F7BC94522E8C}" dt="2025-04-10T11:40:42.431" v="685" actId="14100"/>
          <ac:picMkLst>
            <pc:docMk/>
            <pc:sldMk cId="3092287815" sldId="262"/>
            <ac:picMk id="8" creationId="{B48BFAD5-251A-D8D1-6E35-DBE551A71241}"/>
          </ac:picMkLst>
        </pc:picChg>
      </pc:sldChg>
      <pc:sldChg chg="addSp delSp modSp mod">
        <pc:chgData name="Alsaadawi, Adnan A" userId="0ef455d5-b8b5-4038-8543-79757a7095d7" providerId="ADAL" clId="{AFF17072-A3A1-4A50-9F08-F7BC94522E8C}" dt="2025-04-10T01:37:11.462" v="646" actId="113"/>
        <pc:sldMkLst>
          <pc:docMk/>
          <pc:sldMk cId="1956151045" sldId="263"/>
        </pc:sldMkLst>
        <pc:spChg chg="add">
          <ac:chgData name="Alsaadawi, Adnan A" userId="0ef455d5-b8b5-4038-8543-79757a7095d7" providerId="ADAL" clId="{AFF17072-A3A1-4A50-9F08-F7BC94522E8C}" dt="2025-04-10T01:07:50.148" v="451"/>
          <ac:spMkLst>
            <pc:docMk/>
            <pc:sldMk cId="1956151045" sldId="263"/>
            <ac:spMk id="2" creationId="{A2C85A8D-8E0F-4ADB-39C9-E7B97A710B5A}"/>
          </ac:spMkLst>
        </pc:spChg>
        <pc:spChg chg="add del mod">
          <ac:chgData name="Alsaadawi, Adnan A" userId="0ef455d5-b8b5-4038-8543-79757a7095d7" providerId="ADAL" clId="{AFF17072-A3A1-4A50-9F08-F7BC94522E8C}" dt="2025-04-10T01:12:26.946" v="510" actId="20577"/>
          <ac:spMkLst>
            <pc:docMk/>
            <pc:sldMk cId="1956151045" sldId="263"/>
            <ac:spMk id="3" creationId="{9CC031C8-0E6E-3F2C-368E-9EFBB4BA792E}"/>
          </ac:spMkLst>
        </pc:spChg>
        <pc:spChg chg="mod">
          <ac:chgData name="Alsaadawi, Adnan A" userId="0ef455d5-b8b5-4038-8543-79757a7095d7" providerId="ADAL" clId="{AFF17072-A3A1-4A50-9F08-F7BC94522E8C}" dt="2025-04-10T01:37:11.462" v="646" actId="113"/>
          <ac:spMkLst>
            <pc:docMk/>
            <pc:sldMk cId="1956151045" sldId="263"/>
            <ac:spMk id="4" creationId="{F5454CD1-A243-4391-2249-8AE6119E2524}"/>
          </ac:spMkLst>
        </pc:spChg>
        <pc:spChg chg="add">
          <ac:chgData name="Alsaadawi, Adnan A" userId="0ef455d5-b8b5-4038-8543-79757a7095d7" providerId="ADAL" clId="{AFF17072-A3A1-4A50-9F08-F7BC94522E8C}" dt="2025-04-10T01:07:50.148" v="451"/>
          <ac:spMkLst>
            <pc:docMk/>
            <pc:sldMk cId="1956151045" sldId="263"/>
            <ac:spMk id="5" creationId="{2ED746B0-86AC-1BDF-B920-8135F15879E2}"/>
          </ac:spMkLst>
        </pc:spChg>
        <pc:spChg chg="add">
          <ac:chgData name="Alsaadawi, Adnan A" userId="0ef455d5-b8b5-4038-8543-79757a7095d7" providerId="ADAL" clId="{AFF17072-A3A1-4A50-9F08-F7BC94522E8C}" dt="2025-04-10T01:07:50.148" v="451"/>
          <ac:spMkLst>
            <pc:docMk/>
            <pc:sldMk cId="1956151045" sldId="263"/>
            <ac:spMk id="7" creationId="{A502998D-E99B-7AA4-7AE6-1294D76D6A66}"/>
          </ac:spMkLst>
        </pc:spChg>
        <pc:spChg chg="add del">
          <ac:chgData name="Alsaadawi, Adnan A" userId="0ef455d5-b8b5-4038-8543-79757a7095d7" providerId="ADAL" clId="{AFF17072-A3A1-4A50-9F08-F7BC94522E8C}" dt="2025-04-10T01:08:31.425" v="461" actId="21"/>
          <ac:spMkLst>
            <pc:docMk/>
            <pc:sldMk cId="1956151045" sldId="263"/>
            <ac:spMk id="8" creationId="{4D741202-7FEF-A218-B73F-922D88D57BE6}"/>
          </ac:spMkLst>
        </pc:spChg>
        <pc:spChg chg="add del">
          <ac:chgData name="Alsaadawi, Adnan A" userId="0ef455d5-b8b5-4038-8543-79757a7095d7" providerId="ADAL" clId="{AFF17072-A3A1-4A50-9F08-F7BC94522E8C}" dt="2025-04-10T01:08:31.425" v="461" actId="21"/>
          <ac:spMkLst>
            <pc:docMk/>
            <pc:sldMk cId="1956151045" sldId="263"/>
            <ac:spMk id="9" creationId="{4C4199CD-8B8A-034A-0AC9-29FE5ED0CCEE}"/>
          </ac:spMkLst>
        </pc:spChg>
        <pc:spChg chg="add del">
          <ac:chgData name="Alsaadawi, Adnan A" userId="0ef455d5-b8b5-4038-8543-79757a7095d7" providerId="ADAL" clId="{AFF17072-A3A1-4A50-9F08-F7BC94522E8C}" dt="2025-04-10T01:08:31.425" v="461" actId="21"/>
          <ac:spMkLst>
            <pc:docMk/>
            <pc:sldMk cId="1956151045" sldId="263"/>
            <ac:spMk id="10" creationId="{37FDDD70-78C7-4252-2DCB-DE2B69D11C94}"/>
          </ac:spMkLst>
        </pc:spChg>
        <pc:spChg chg="del">
          <ac:chgData name="Alsaadawi, Adnan A" userId="0ef455d5-b8b5-4038-8543-79757a7095d7" providerId="ADAL" clId="{AFF17072-A3A1-4A50-9F08-F7BC94522E8C}" dt="2025-04-09T15:47:36.939" v="2" actId="26606"/>
          <ac:spMkLst>
            <pc:docMk/>
            <pc:sldMk cId="1956151045" sldId="263"/>
            <ac:spMk id="10" creationId="{3ECBE1F1-D69B-4AFA-ABD5-8E41720EF6DE}"/>
          </ac:spMkLst>
        </pc:spChg>
        <pc:spChg chg="add">
          <ac:chgData name="Alsaadawi, Adnan A" userId="0ef455d5-b8b5-4038-8543-79757a7095d7" providerId="ADAL" clId="{AFF17072-A3A1-4A50-9F08-F7BC94522E8C}" dt="2025-04-10T01:08:19.028" v="458"/>
          <ac:spMkLst>
            <pc:docMk/>
            <pc:sldMk cId="1956151045" sldId="263"/>
            <ac:spMk id="11" creationId="{673B3771-BB02-120E-08B0-813750E98E0F}"/>
          </ac:spMkLst>
        </pc:spChg>
        <pc:spChg chg="del">
          <ac:chgData name="Alsaadawi, Adnan A" userId="0ef455d5-b8b5-4038-8543-79757a7095d7" providerId="ADAL" clId="{AFF17072-A3A1-4A50-9F08-F7BC94522E8C}" dt="2025-04-09T15:47:36.939" v="2" actId="26606"/>
          <ac:spMkLst>
            <pc:docMk/>
            <pc:sldMk cId="1956151045" sldId="263"/>
            <ac:spMk id="12" creationId="{603A6265-E10C-4B85-9C20-E75FCAF9CC63}"/>
          </ac:spMkLst>
        </pc:spChg>
        <pc:spChg chg="add">
          <ac:chgData name="Alsaadawi, Adnan A" userId="0ef455d5-b8b5-4038-8543-79757a7095d7" providerId="ADAL" clId="{AFF17072-A3A1-4A50-9F08-F7BC94522E8C}" dt="2025-04-10T01:08:19.028" v="458"/>
          <ac:spMkLst>
            <pc:docMk/>
            <pc:sldMk cId="1956151045" sldId="263"/>
            <ac:spMk id="12" creationId="{6E6EEB96-BF01-B393-42E6-6FF8E6AF6F4C}"/>
          </ac:spMkLst>
        </pc:spChg>
        <pc:spChg chg="add">
          <ac:chgData name="Alsaadawi, Adnan A" userId="0ef455d5-b8b5-4038-8543-79757a7095d7" providerId="ADAL" clId="{AFF17072-A3A1-4A50-9F08-F7BC94522E8C}" dt="2025-04-10T01:08:19.028" v="458"/>
          <ac:spMkLst>
            <pc:docMk/>
            <pc:sldMk cId="1956151045" sldId="263"/>
            <ac:spMk id="13" creationId="{E16A43BC-8E87-CB6C-4F1D-EFA71F901215}"/>
          </ac:spMkLst>
        </pc:spChg>
        <pc:spChg chg="add">
          <ac:chgData name="Alsaadawi, Adnan A" userId="0ef455d5-b8b5-4038-8543-79757a7095d7" providerId="ADAL" clId="{AFF17072-A3A1-4A50-9F08-F7BC94522E8C}" dt="2025-04-10T01:08:28.276" v="459"/>
          <ac:spMkLst>
            <pc:docMk/>
            <pc:sldMk cId="1956151045" sldId="263"/>
            <ac:spMk id="14" creationId="{BF5463AE-F8E2-B434-A8D4-089EC29BE1D7}"/>
          </ac:spMkLst>
        </pc:spChg>
        <pc:spChg chg="add">
          <ac:chgData name="Alsaadawi, Adnan A" userId="0ef455d5-b8b5-4038-8543-79757a7095d7" providerId="ADAL" clId="{AFF17072-A3A1-4A50-9F08-F7BC94522E8C}" dt="2025-04-10T01:08:28.276" v="459"/>
          <ac:spMkLst>
            <pc:docMk/>
            <pc:sldMk cId="1956151045" sldId="263"/>
            <ac:spMk id="15" creationId="{A0CA1949-DF15-55F5-100F-8877C0B26C0F}"/>
          </ac:spMkLst>
        </pc:spChg>
        <pc:spChg chg="add">
          <ac:chgData name="Alsaadawi, Adnan A" userId="0ef455d5-b8b5-4038-8543-79757a7095d7" providerId="ADAL" clId="{AFF17072-A3A1-4A50-9F08-F7BC94522E8C}" dt="2025-04-10T01:08:28.276" v="459"/>
          <ac:spMkLst>
            <pc:docMk/>
            <pc:sldMk cId="1956151045" sldId="263"/>
            <ac:spMk id="16" creationId="{CE4EEA7F-0E91-1EE0-D732-C6C4E064852F}"/>
          </ac:spMkLst>
        </pc:spChg>
        <pc:spChg chg="add del">
          <ac:chgData name="Alsaadawi, Adnan A" userId="0ef455d5-b8b5-4038-8543-79757a7095d7" providerId="ADAL" clId="{AFF17072-A3A1-4A50-9F08-F7BC94522E8C}" dt="2025-04-09T22:47:15.095" v="106" actId="26606"/>
          <ac:spMkLst>
            <pc:docMk/>
            <pc:sldMk cId="1956151045" sldId="263"/>
            <ac:spMk id="17" creationId="{9F7D5CDA-D291-4307-BF55-1381FED29634}"/>
          </ac:spMkLst>
        </pc:spChg>
        <pc:spChg chg="add del">
          <ac:chgData name="Alsaadawi, Adnan A" userId="0ef455d5-b8b5-4038-8543-79757a7095d7" providerId="ADAL" clId="{AFF17072-A3A1-4A50-9F08-F7BC94522E8C}" dt="2025-04-09T22:47:15.095" v="106" actId="26606"/>
          <ac:spMkLst>
            <pc:docMk/>
            <pc:sldMk cId="1956151045" sldId="263"/>
            <ac:spMk id="19" creationId="{59B296B9-C5A5-4E4F-9B60-C907B5F1466C}"/>
          </ac:spMkLst>
        </pc:spChg>
        <pc:spChg chg="add del">
          <ac:chgData name="Alsaadawi, Adnan A" userId="0ef455d5-b8b5-4038-8543-79757a7095d7" providerId="ADAL" clId="{AFF17072-A3A1-4A50-9F08-F7BC94522E8C}" dt="2025-04-09T22:47:15.095" v="106" actId="26606"/>
          <ac:spMkLst>
            <pc:docMk/>
            <pc:sldMk cId="1956151045" sldId="263"/>
            <ac:spMk id="21" creationId="{D0300FD3-5AF1-6305-15FA-9078072672E2}"/>
          </ac:spMkLst>
        </pc:spChg>
        <pc:spChg chg="add del">
          <ac:chgData name="Alsaadawi, Adnan A" userId="0ef455d5-b8b5-4038-8543-79757a7095d7" providerId="ADAL" clId="{AFF17072-A3A1-4A50-9F08-F7BC94522E8C}" dt="2025-04-09T22:46:51.988" v="99" actId="26606"/>
          <ac:spMkLst>
            <pc:docMk/>
            <pc:sldMk cId="1956151045" sldId="263"/>
            <ac:spMk id="26" creationId="{0288C6B4-AFC3-407F-A595-EFFD38D4CCAF}"/>
          </ac:spMkLst>
        </pc:spChg>
        <pc:spChg chg="add del">
          <ac:chgData name="Alsaadawi, Adnan A" userId="0ef455d5-b8b5-4038-8543-79757a7095d7" providerId="ADAL" clId="{AFF17072-A3A1-4A50-9F08-F7BC94522E8C}" dt="2025-04-09T22:46:51.988" v="99" actId="26606"/>
          <ac:spMkLst>
            <pc:docMk/>
            <pc:sldMk cId="1956151045" sldId="263"/>
            <ac:spMk id="28" creationId="{CF236821-17FE-429B-8D2C-08E13A64EA40}"/>
          </ac:spMkLst>
        </pc:spChg>
        <pc:spChg chg="add del">
          <ac:chgData name="Alsaadawi, Adnan A" userId="0ef455d5-b8b5-4038-8543-79757a7095d7" providerId="ADAL" clId="{AFF17072-A3A1-4A50-9F08-F7BC94522E8C}" dt="2025-04-09T22:46:51.988" v="99" actId="26606"/>
          <ac:spMkLst>
            <pc:docMk/>
            <pc:sldMk cId="1956151045" sldId="263"/>
            <ac:spMk id="30" creationId="{C0BDBCD2-E081-43AB-9119-C55465E59757}"/>
          </ac:spMkLst>
        </pc:spChg>
        <pc:spChg chg="add del">
          <ac:chgData name="Alsaadawi, Adnan A" userId="0ef455d5-b8b5-4038-8543-79757a7095d7" providerId="ADAL" clId="{AFF17072-A3A1-4A50-9F08-F7BC94522E8C}" dt="2025-04-09T22:46:51.988" v="99" actId="26606"/>
          <ac:spMkLst>
            <pc:docMk/>
            <pc:sldMk cId="1956151045" sldId="263"/>
            <ac:spMk id="32" creationId="{98E79BE4-34FE-485A-98A5-92CE8F7C4743}"/>
          </ac:spMkLst>
        </pc:spChg>
        <pc:spChg chg="add del">
          <ac:chgData name="Alsaadawi, Adnan A" userId="0ef455d5-b8b5-4038-8543-79757a7095d7" providerId="ADAL" clId="{AFF17072-A3A1-4A50-9F08-F7BC94522E8C}" dt="2025-04-09T22:46:51.988" v="99" actId="26606"/>
          <ac:spMkLst>
            <pc:docMk/>
            <pc:sldMk cId="1956151045" sldId="263"/>
            <ac:spMk id="34" creationId="{7A5F0580-5EE9-419F-96EE-B6529EF6E7D0}"/>
          </ac:spMkLst>
        </pc:spChg>
        <pc:spChg chg="add del">
          <ac:chgData name="Alsaadawi, Adnan A" userId="0ef455d5-b8b5-4038-8543-79757a7095d7" providerId="ADAL" clId="{AFF17072-A3A1-4A50-9F08-F7BC94522E8C}" dt="2025-04-09T22:46:53.769" v="101" actId="26606"/>
          <ac:spMkLst>
            <pc:docMk/>
            <pc:sldMk cId="1956151045" sldId="263"/>
            <ac:spMk id="36" creationId="{7FEAE179-C525-48F3-AD47-0E9E2B6F2E2E}"/>
          </ac:spMkLst>
        </pc:spChg>
        <pc:spChg chg="add del">
          <ac:chgData name="Alsaadawi, Adnan A" userId="0ef455d5-b8b5-4038-8543-79757a7095d7" providerId="ADAL" clId="{AFF17072-A3A1-4A50-9F08-F7BC94522E8C}" dt="2025-04-09T22:46:53.769" v="101" actId="26606"/>
          <ac:spMkLst>
            <pc:docMk/>
            <pc:sldMk cId="1956151045" sldId="263"/>
            <ac:spMk id="37" creationId="{95C8260E-968F-44E8-A823-ABB431311926}"/>
          </ac:spMkLst>
        </pc:spChg>
        <pc:spChg chg="add del">
          <ac:chgData name="Alsaadawi, Adnan A" userId="0ef455d5-b8b5-4038-8543-79757a7095d7" providerId="ADAL" clId="{AFF17072-A3A1-4A50-9F08-F7BC94522E8C}" dt="2025-04-09T22:46:53.769" v="101" actId="26606"/>
          <ac:spMkLst>
            <pc:docMk/>
            <pc:sldMk cId="1956151045" sldId="263"/>
            <ac:spMk id="38" creationId="{2C1BBA94-3F40-40AA-8BB9-E69E25E537C1}"/>
          </ac:spMkLst>
        </pc:spChg>
        <pc:spChg chg="add del">
          <ac:chgData name="Alsaadawi, Adnan A" userId="0ef455d5-b8b5-4038-8543-79757a7095d7" providerId="ADAL" clId="{AFF17072-A3A1-4A50-9F08-F7BC94522E8C}" dt="2025-04-09T22:46:53.769" v="101" actId="26606"/>
          <ac:spMkLst>
            <pc:docMk/>
            <pc:sldMk cId="1956151045" sldId="263"/>
            <ac:spMk id="39" creationId="{FE43805F-24A6-46A4-B19B-54F28347355C}"/>
          </ac:spMkLst>
        </pc:spChg>
        <pc:spChg chg="add del">
          <ac:chgData name="Alsaadawi, Adnan A" userId="0ef455d5-b8b5-4038-8543-79757a7095d7" providerId="ADAL" clId="{AFF17072-A3A1-4A50-9F08-F7BC94522E8C}" dt="2025-04-09T22:47:14.066" v="103" actId="26606"/>
          <ac:spMkLst>
            <pc:docMk/>
            <pc:sldMk cId="1956151045" sldId="263"/>
            <ac:spMk id="41" creationId="{EDDBB197-D710-4A4F-A9CA-FD2177498BE8}"/>
          </ac:spMkLst>
        </pc:spChg>
        <pc:spChg chg="add del">
          <ac:chgData name="Alsaadawi, Adnan A" userId="0ef455d5-b8b5-4038-8543-79757a7095d7" providerId="ADAL" clId="{AFF17072-A3A1-4A50-9F08-F7BC94522E8C}" dt="2025-04-09T22:47:14.066" v="103" actId="26606"/>
          <ac:spMkLst>
            <pc:docMk/>
            <pc:sldMk cId="1956151045" sldId="263"/>
            <ac:spMk id="42" creationId="{975D1CFA-2CDB-4B64-BD9F-85744E8DA12F}"/>
          </ac:spMkLst>
        </pc:spChg>
        <pc:spChg chg="add del">
          <ac:chgData name="Alsaadawi, Adnan A" userId="0ef455d5-b8b5-4038-8543-79757a7095d7" providerId="ADAL" clId="{AFF17072-A3A1-4A50-9F08-F7BC94522E8C}" dt="2025-04-09T22:47:15.089" v="105" actId="26606"/>
          <ac:spMkLst>
            <pc:docMk/>
            <pc:sldMk cId="1956151045" sldId="263"/>
            <ac:spMk id="47" creationId="{0288C6B4-AFC3-407F-A595-EFFD38D4CCAF}"/>
          </ac:spMkLst>
        </pc:spChg>
        <pc:spChg chg="add del">
          <ac:chgData name="Alsaadawi, Adnan A" userId="0ef455d5-b8b5-4038-8543-79757a7095d7" providerId="ADAL" clId="{AFF17072-A3A1-4A50-9F08-F7BC94522E8C}" dt="2025-04-09T22:47:15.089" v="105" actId="26606"/>
          <ac:spMkLst>
            <pc:docMk/>
            <pc:sldMk cId="1956151045" sldId="263"/>
            <ac:spMk id="48" creationId="{CF236821-17FE-429B-8D2C-08E13A64EA40}"/>
          </ac:spMkLst>
        </pc:spChg>
        <pc:spChg chg="add del">
          <ac:chgData name="Alsaadawi, Adnan A" userId="0ef455d5-b8b5-4038-8543-79757a7095d7" providerId="ADAL" clId="{AFF17072-A3A1-4A50-9F08-F7BC94522E8C}" dt="2025-04-09T22:47:15.089" v="105" actId="26606"/>
          <ac:spMkLst>
            <pc:docMk/>
            <pc:sldMk cId="1956151045" sldId="263"/>
            <ac:spMk id="49" creationId="{C0BDBCD2-E081-43AB-9119-C55465E59757}"/>
          </ac:spMkLst>
        </pc:spChg>
        <pc:spChg chg="add del">
          <ac:chgData name="Alsaadawi, Adnan A" userId="0ef455d5-b8b5-4038-8543-79757a7095d7" providerId="ADAL" clId="{AFF17072-A3A1-4A50-9F08-F7BC94522E8C}" dt="2025-04-09T22:47:15.089" v="105" actId="26606"/>
          <ac:spMkLst>
            <pc:docMk/>
            <pc:sldMk cId="1956151045" sldId="263"/>
            <ac:spMk id="50" creationId="{98E79BE4-34FE-485A-98A5-92CE8F7C4743}"/>
          </ac:spMkLst>
        </pc:spChg>
        <pc:spChg chg="add del">
          <ac:chgData name="Alsaadawi, Adnan A" userId="0ef455d5-b8b5-4038-8543-79757a7095d7" providerId="ADAL" clId="{AFF17072-A3A1-4A50-9F08-F7BC94522E8C}" dt="2025-04-09T22:47:15.089" v="105" actId="26606"/>
          <ac:spMkLst>
            <pc:docMk/>
            <pc:sldMk cId="1956151045" sldId="263"/>
            <ac:spMk id="51" creationId="{7A5F0580-5EE9-419F-96EE-B6529EF6E7D0}"/>
          </ac:spMkLst>
        </pc:spChg>
        <pc:spChg chg="add del">
          <ac:chgData name="Alsaadawi, Adnan A" userId="0ef455d5-b8b5-4038-8543-79757a7095d7" providerId="ADAL" clId="{AFF17072-A3A1-4A50-9F08-F7BC94522E8C}" dt="2025-04-09T22:47:28.647" v="111" actId="26606"/>
          <ac:spMkLst>
            <pc:docMk/>
            <pc:sldMk cId="1956151045" sldId="263"/>
            <ac:spMk id="53" creationId="{2B97F24A-32CE-4C1C-A50D-3016B394DCFB}"/>
          </ac:spMkLst>
        </pc:spChg>
        <pc:spChg chg="add del">
          <ac:chgData name="Alsaadawi, Adnan A" userId="0ef455d5-b8b5-4038-8543-79757a7095d7" providerId="ADAL" clId="{AFF17072-A3A1-4A50-9F08-F7BC94522E8C}" dt="2025-04-09T22:47:28.647" v="111" actId="26606"/>
          <ac:spMkLst>
            <pc:docMk/>
            <pc:sldMk cId="1956151045" sldId="263"/>
            <ac:spMk id="54" creationId="{CD8B4F24-440B-49E9-B85D-733523DC064B}"/>
          </ac:spMkLst>
        </pc:spChg>
        <pc:spChg chg="add del">
          <ac:chgData name="Alsaadawi, Adnan A" userId="0ef455d5-b8b5-4038-8543-79757a7095d7" providerId="ADAL" clId="{AFF17072-A3A1-4A50-9F08-F7BC94522E8C}" dt="2025-04-09T22:47:28.642" v="110" actId="26606"/>
          <ac:spMkLst>
            <pc:docMk/>
            <pc:sldMk cId="1956151045" sldId="263"/>
            <ac:spMk id="59" creationId="{0288C6B4-AFC3-407F-A595-EFFD38D4CCAF}"/>
          </ac:spMkLst>
        </pc:spChg>
        <pc:spChg chg="add del">
          <ac:chgData name="Alsaadawi, Adnan A" userId="0ef455d5-b8b5-4038-8543-79757a7095d7" providerId="ADAL" clId="{AFF17072-A3A1-4A50-9F08-F7BC94522E8C}" dt="2025-04-09T22:47:28.642" v="110" actId="26606"/>
          <ac:spMkLst>
            <pc:docMk/>
            <pc:sldMk cId="1956151045" sldId="263"/>
            <ac:spMk id="61" creationId="{CF236821-17FE-429B-8D2C-08E13A64EA40}"/>
          </ac:spMkLst>
        </pc:spChg>
        <pc:spChg chg="add del">
          <ac:chgData name="Alsaadawi, Adnan A" userId="0ef455d5-b8b5-4038-8543-79757a7095d7" providerId="ADAL" clId="{AFF17072-A3A1-4A50-9F08-F7BC94522E8C}" dt="2025-04-09T22:47:28.642" v="110" actId="26606"/>
          <ac:spMkLst>
            <pc:docMk/>
            <pc:sldMk cId="1956151045" sldId="263"/>
            <ac:spMk id="63" creationId="{C0BDBCD2-E081-43AB-9119-C55465E59757}"/>
          </ac:spMkLst>
        </pc:spChg>
        <pc:spChg chg="add del">
          <ac:chgData name="Alsaadawi, Adnan A" userId="0ef455d5-b8b5-4038-8543-79757a7095d7" providerId="ADAL" clId="{AFF17072-A3A1-4A50-9F08-F7BC94522E8C}" dt="2025-04-09T22:47:28.642" v="110" actId="26606"/>
          <ac:spMkLst>
            <pc:docMk/>
            <pc:sldMk cId="1956151045" sldId="263"/>
            <ac:spMk id="65" creationId="{98E79BE4-34FE-485A-98A5-92CE8F7C4743}"/>
          </ac:spMkLst>
        </pc:spChg>
        <pc:spChg chg="add del">
          <ac:chgData name="Alsaadawi, Adnan A" userId="0ef455d5-b8b5-4038-8543-79757a7095d7" providerId="ADAL" clId="{AFF17072-A3A1-4A50-9F08-F7BC94522E8C}" dt="2025-04-09T22:47:28.642" v="110" actId="26606"/>
          <ac:spMkLst>
            <pc:docMk/>
            <pc:sldMk cId="1956151045" sldId="263"/>
            <ac:spMk id="67" creationId="{7A5F0580-5EE9-419F-96EE-B6529EF6E7D0}"/>
          </ac:spMkLst>
        </pc:spChg>
        <pc:spChg chg="add del mod">
          <ac:chgData name="Alsaadawi, Adnan A" userId="0ef455d5-b8b5-4038-8543-79757a7095d7" providerId="ADAL" clId="{AFF17072-A3A1-4A50-9F08-F7BC94522E8C}" dt="2025-04-10T01:10:29.340" v="490" actId="26606"/>
          <ac:spMkLst>
            <pc:docMk/>
            <pc:sldMk cId="1956151045" sldId="263"/>
            <ac:spMk id="69" creationId="{04812C46-200A-4DEB-A05E-3ED6C68C2387}"/>
          </ac:spMkLst>
        </pc:spChg>
        <pc:spChg chg="add del mod">
          <ac:chgData name="Alsaadawi, Adnan A" userId="0ef455d5-b8b5-4038-8543-79757a7095d7" providerId="ADAL" clId="{AFF17072-A3A1-4A50-9F08-F7BC94522E8C}" dt="2025-04-10T01:10:29.340" v="490" actId="26606"/>
          <ac:spMkLst>
            <pc:docMk/>
            <pc:sldMk cId="1956151045" sldId="263"/>
            <ac:spMk id="70" creationId="{D1EA859B-E555-4109-94F3-6700E046E008}"/>
          </ac:spMkLst>
        </pc:spChg>
        <pc:spChg chg="add">
          <ac:chgData name="Alsaadawi, Adnan A" userId="0ef455d5-b8b5-4038-8543-79757a7095d7" providerId="ADAL" clId="{AFF17072-A3A1-4A50-9F08-F7BC94522E8C}" dt="2025-04-10T01:10:29.340" v="490" actId="26606"/>
          <ac:spMkLst>
            <pc:docMk/>
            <pc:sldMk cId="1956151045" sldId="263"/>
            <ac:spMk id="72" creationId="{257363FD-7E77-4145-9483-331A807ADF0E}"/>
          </ac:spMkLst>
        </pc:spChg>
        <pc:spChg chg="add del">
          <ac:chgData name="Alsaadawi, Adnan A" userId="0ef455d5-b8b5-4038-8543-79757a7095d7" providerId="ADAL" clId="{AFF17072-A3A1-4A50-9F08-F7BC94522E8C}" dt="2025-04-10T01:10:15.433" v="483" actId="26606"/>
          <ac:spMkLst>
            <pc:docMk/>
            <pc:sldMk cId="1956151045" sldId="263"/>
            <ac:spMk id="75" creationId="{257363FD-7E77-4145-9483-331A807ADF0E}"/>
          </ac:spMkLst>
        </pc:spChg>
        <pc:grpChg chg="add del">
          <ac:chgData name="Alsaadawi, Adnan A" userId="0ef455d5-b8b5-4038-8543-79757a7095d7" providerId="ADAL" clId="{AFF17072-A3A1-4A50-9F08-F7BC94522E8C}" dt="2025-04-09T22:47:14.066" v="103" actId="26606"/>
          <ac:grpSpMkLst>
            <pc:docMk/>
            <pc:sldMk cId="1956151045" sldId="263"/>
            <ac:grpSpMk id="43" creationId="{25EE5136-01F1-466C-962D-BA9B4C6757AA}"/>
          </ac:grpSpMkLst>
        </pc:grpChg>
        <pc:picChg chg="mod ord">
          <ac:chgData name="Alsaadawi, Adnan A" userId="0ef455d5-b8b5-4038-8543-79757a7095d7" providerId="ADAL" clId="{AFF17072-A3A1-4A50-9F08-F7BC94522E8C}" dt="2025-04-10T01:10:29.340" v="490" actId="26606"/>
          <ac:picMkLst>
            <pc:docMk/>
            <pc:sldMk cId="1956151045" sldId="263"/>
            <ac:picMk id="6" creationId="{89A75EDE-2AD2-FD93-6F26-04B9DE2322E8}"/>
          </ac:picMkLst>
        </pc:picChg>
      </pc:sldChg>
      <pc:sldChg chg="addSp delSp modSp mod ord">
        <pc:chgData name="Alsaadawi, Adnan A" userId="0ef455d5-b8b5-4038-8543-79757a7095d7" providerId="ADAL" clId="{AFF17072-A3A1-4A50-9F08-F7BC94522E8C}" dt="2025-04-10T01:18:57.629" v="586" actId="255"/>
        <pc:sldMkLst>
          <pc:docMk/>
          <pc:sldMk cId="1895456547" sldId="264"/>
        </pc:sldMkLst>
        <pc:spChg chg="mod">
          <ac:chgData name="Alsaadawi, Adnan A" userId="0ef455d5-b8b5-4038-8543-79757a7095d7" providerId="ADAL" clId="{AFF17072-A3A1-4A50-9F08-F7BC94522E8C}" dt="2025-04-10T01:18:47.370" v="584" actId="2711"/>
          <ac:spMkLst>
            <pc:docMk/>
            <pc:sldMk cId="1895456547" sldId="264"/>
            <ac:spMk id="4" creationId="{78BF1F1E-8334-53C6-301D-8CE27EFF7598}"/>
          </ac:spMkLst>
        </pc:spChg>
        <pc:spChg chg="del mod">
          <ac:chgData name="Alsaadawi, Adnan A" userId="0ef455d5-b8b5-4038-8543-79757a7095d7" providerId="ADAL" clId="{AFF17072-A3A1-4A50-9F08-F7BC94522E8C}" dt="2025-04-09T23:32:38.699" v="178" actId="3680"/>
          <ac:spMkLst>
            <pc:docMk/>
            <pc:sldMk cId="1895456547" sldId="264"/>
            <ac:spMk id="5" creationId="{DC705C35-01A7-A151-2D3F-6338C4C96BFA}"/>
          </ac:spMkLst>
        </pc:spChg>
        <pc:spChg chg="add del">
          <ac:chgData name="Alsaadawi, Adnan A" userId="0ef455d5-b8b5-4038-8543-79757a7095d7" providerId="ADAL" clId="{AFF17072-A3A1-4A50-9F08-F7BC94522E8C}" dt="2025-04-09T23:38:09.510" v="211" actId="26606"/>
          <ac:spMkLst>
            <pc:docMk/>
            <pc:sldMk cId="1895456547" sldId="264"/>
            <ac:spMk id="11" creationId="{C0763A76-9F1C-4FC5-82B7-DD475DA461B2}"/>
          </ac:spMkLst>
        </pc:spChg>
        <pc:spChg chg="add del">
          <ac:chgData name="Alsaadawi, Adnan A" userId="0ef455d5-b8b5-4038-8543-79757a7095d7" providerId="ADAL" clId="{AFF17072-A3A1-4A50-9F08-F7BC94522E8C}" dt="2025-04-09T23:38:09.510" v="211" actId="26606"/>
          <ac:spMkLst>
            <pc:docMk/>
            <pc:sldMk cId="1895456547" sldId="264"/>
            <ac:spMk id="13" creationId="{E81BF4F6-F2CF-4984-9D14-D6966D92F99F}"/>
          </ac:spMkLst>
        </pc:spChg>
        <pc:spChg chg="add del">
          <ac:chgData name="Alsaadawi, Adnan A" userId="0ef455d5-b8b5-4038-8543-79757a7095d7" providerId="ADAL" clId="{AFF17072-A3A1-4A50-9F08-F7BC94522E8C}" dt="2025-04-09T23:38:09.486" v="210" actId="26606"/>
          <ac:spMkLst>
            <pc:docMk/>
            <pc:sldMk cId="1895456547" sldId="264"/>
            <ac:spMk id="18" creationId="{5F637E18-EF26-4327-9077-7FFC67B98B96}"/>
          </ac:spMkLst>
        </pc:spChg>
        <pc:spChg chg="add del">
          <ac:chgData name="Alsaadawi, Adnan A" userId="0ef455d5-b8b5-4038-8543-79757a7095d7" providerId="ADAL" clId="{AFF17072-A3A1-4A50-9F08-F7BC94522E8C}" dt="2025-04-09T23:38:09.486" v="210" actId="26606"/>
          <ac:spMkLst>
            <pc:docMk/>
            <pc:sldMk cId="1895456547" sldId="264"/>
            <ac:spMk id="20" creationId="{3EED6667-6BE8-A2AB-422A-5A1D89727E35}"/>
          </ac:spMkLst>
        </pc:spChg>
        <pc:spChg chg="add 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1895456547" sldId="264"/>
            <ac:spMk id="22" creationId="{AAD0DBB9-1A4B-4391-81D4-CB19F9AB918A}"/>
          </ac:spMkLst>
        </pc:spChg>
        <pc:spChg chg="add 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1895456547" sldId="264"/>
            <ac:spMk id="23" creationId="{BACC6370-2D7E-4714-9D71-7542949D7D5D}"/>
          </ac:spMkLst>
        </pc:spChg>
        <pc:spChg chg="add 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1895456547" sldId="264"/>
            <ac:spMk id="24" creationId="{063BBA22-50EA-4C4D-BE05-F1CE4E63AA56}"/>
          </ac:spMkLst>
        </pc:spChg>
        <pc:spChg chg="add 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1895456547" sldId="264"/>
            <ac:spMk id="25" creationId="{F68B3F68-107C-434F-AA38-110D5EA91B85}"/>
          </ac:spMkLst>
        </pc:spChg>
        <pc:graphicFrameChg chg="add mod ord modGraphic">
          <ac:chgData name="Alsaadawi, Adnan A" userId="0ef455d5-b8b5-4038-8543-79757a7095d7" providerId="ADAL" clId="{AFF17072-A3A1-4A50-9F08-F7BC94522E8C}" dt="2025-04-10T01:18:57.629" v="586" actId="255"/>
          <ac:graphicFrameMkLst>
            <pc:docMk/>
            <pc:sldMk cId="1895456547" sldId="264"/>
            <ac:graphicFrameMk id="2" creationId="{7F4920C8-7545-1346-FE30-5A375D965869}"/>
          </ac:graphicFrameMkLst>
        </pc:graphicFrameChg>
        <pc:picChg chg="del">
          <ac:chgData name="Alsaadawi, Adnan A" userId="0ef455d5-b8b5-4038-8543-79757a7095d7" providerId="ADAL" clId="{AFF17072-A3A1-4A50-9F08-F7BC94522E8C}" dt="2025-04-09T23:32:16.738" v="176" actId="478"/>
          <ac:picMkLst>
            <pc:docMk/>
            <pc:sldMk cId="1895456547" sldId="264"/>
            <ac:picMk id="7" creationId="{E58F104F-0D86-0F38-6252-CA1BD005D4E2}"/>
          </ac:picMkLst>
        </pc:picChg>
      </pc:sldChg>
      <pc:sldChg chg="addSp delSp modSp mod ord">
        <pc:chgData name="Alsaadawi, Adnan A" userId="0ef455d5-b8b5-4038-8543-79757a7095d7" providerId="ADAL" clId="{AFF17072-A3A1-4A50-9F08-F7BC94522E8C}" dt="2025-04-10T01:37:19.484" v="647" actId="113"/>
        <pc:sldMkLst>
          <pc:docMk/>
          <pc:sldMk cId="1561560330" sldId="265"/>
        </pc:sldMkLst>
        <pc:spChg chg="mod">
          <ac:chgData name="Alsaadawi, Adnan A" userId="0ef455d5-b8b5-4038-8543-79757a7095d7" providerId="ADAL" clId="{AFF17072-A3A1-4A50-9F08-F7BC94522E8C}" dt="2025-04-10T01:22:25.391" v="605" actId="26606"/>
          <ac:spMkLst>
            <pc:docMk/>
            <pc:sldMk cId="1561560330" sldId="265"/>
            <ac:spMk id="3" creationId="{E494A22B-CF40-710B-10C8-38AD104A3AC8}"/>
          </ac:spMkLst>
        </pc:spChg>
        <pc:spChg chg="mod">
          <ac:chgData name="Alsaadawi, Adnan A" userId="0ef455d5-b8b5-4038-8543-79757a7095d7" providerId="ADAL" clId="{AFF17072-A3A1-4A50-9F08-F7BC94522E8C}" dt="2025-04-10T01:37:19.484" v="647" actId="113"/>
          <ac:spMkLst>
            <pc:docMk/>
            <pc:sldMk cId="1561560330" sldId="265"/>
            <ac:spMk id="4" creationId="{87D18FAE-7C8B-433B-CE91-1FEDAB1914AD}"/>
          </ac:spMkLst>
        </pc:spChg>
        <pc:spChg chg="del">
          <ac:chgData name="Alsaadawi, Adnan A" userId="0ef455d5-b8b5-4038-8543-79757a7095d7" providerId="ADAL" clId="{AFF17072-A3A1-4A50-9F08-F7BC94522E8C}" dt="2025-04-09T23:28:19.768" v="116" actId="26606"/>
          <ac:spMkLst>
            <pc:docMk/>
            <pc:sldMk cId="1561560330" sldId="265"/>
            <ac:spMk id="10" creationId="{B210AC1D-4063-4C6E-9528-FA9C4C0C18E6}"/>
          </ac:spMkLst>
        </pc:spChg>
        <pc:spChg chg="del">
          <ac:chgData name="Alsaadawi, Adnan A" userId="0ef455d5-b8b5-4038-8543-79757a7095d7" providerId="ADAL" clId="{AFF17072-A3A1-4A50-9F08-F7BC94522E8C}" dt="2025-04-09T23:28:19.768" v="116" actId="26606"/>
          <ac:spMkLst>
            <pc:docMk/>
            <pc:sldMk cId="1561560330" sldId="265"/>
            <ac:spMk id="12" creationId="{02F8C595-E68C-4306-AED8-DC7826A0A506}"/>
          </ac:spMkLst>
        </pc:spChg>
        <pc:spChg chg="add del">
          <ac:chgData name="Alsaadawi, Adnan A" userId="0ef455d5-b8b5-4038-8543-79757a7095d7" providerId="ADAL" clId="{AFF17072-A3A1-4A50-9F08-F7BC94522E8C}" dt="2025-04-10T00:19:51.875" v="324" actId="26606"/>
          <ac:spMkLst>
            <pc:docMk/>
            <pc:sldMk cId="1561560330" sldId="265"/>
            <ac:spMk id="17" creationId="{B210AC1D-4063-4C6E-9528-FA9C4C0C18E6}"/>
          </ac:spMkLst>
        </pc:spChg>
        <pc:spChg chg="add del">
          <ac:chgData name="Alsaadawi, Adnan A" userId="0ef455d5-b8b5-4038-8543-79757a7095d7" providerId="ADAL" clId="{AFF17072-A3A1-4A50-9F08-F7BC94522E8C}" dt="2025-04-10T00:19:51.875" v="324" actId="26606"/>
          <ac:spMkLst>
            <pc:docMk/>
            <pc:sldMk cId="1561560330" sldId="265"/>
            <ac:spMk id="19" creationId="{02F8C595-E68C-4306-AED8-DC7826A0A506}"/>
          </ac:spMkLst>
        </pc:spChg>
        <pc:spChg chg="add del mod">
          <ac:chgData name="Alsaadawi, Adnan A" userId="0ef455d5-b8b5-4038-8543-79757a7095d7" providerId="ADAL" clId="{AFF17072-A3A1-4A50-9F08-F7BC94522E8C}" dt="2025-04-10T01:22:25.391" v="605" actId="26606"/>
          <ac:spMkLst>
            <pc:docMk/>
            <pc:sldMk cId="1561560330" sldId="265"/>
            <ac:spMk id="24" creationId="{C0763A76-9F1C-4FC5-82B7-DD475DA461B2}"/>
          </ac:spMkLst>
        </pc:spChg>
        <pc:spChg chg="add del mod">
          <ac:chgData name="Alsaadawi, Adnan A" userId="0ef455d5-b8b5-4038-8543-79757a7095d7" providerId="ADAL" clId="{AFF17072-A3A1-4A50-9F08-F7BC94522E8C}" dt="2025-04-10T01:22:25.391" v="605" actId="26606"/>
          <ac:spMkLst>
            <pc:docMk/>
            <pc:sldMk cId="1561560330" sldId="265"/>
            <ac:spMk id="26" creationId="{E81BF4F6-F2CF-4984-9D14-D6966D92F99F}"/>
          </ac:spMkLst>
        </pc:spChg>
        <pc:spChg chg="add del">
          <ac:chgData name="Alsaadawi, Adnan A" userId="0ef455d5-b8b5-4038-8543-79757a7095d7" providerId="ADAL" clId="{AFF17072-A3A1-4A50-9F08-F7BC94522E8C}" dt="2025-04-10T01:22:25.387" v="604" actId="26606"/>
          <ac:spMkLst>
            <pc:docMk/>
            <pc:sldMk cId="1561560330" sldId="265"/>
            <ac:spMk id="28" creationId="{D009D6D5-DAC2-4A8B-A17A-E206B9012D09}"/>
          </ac:spMkLst>
        </pc:spChg>
        <pc:spChg chg="add">
          <ac:chgData name="Alsaadawi, Adnan A" userId="0ef455d5-b8b5-4038-8543-79757a7095d7" providerId="ADAL" clId="{AFF17072-A3A1-4A50-9F08-F7BC94522E8C}" dt="2025-04-10T01:22:25.391" v="605" actId="26606"/>
          <ac:spMkLst>
            <pc:docMk/>
            <pc:sldMk cId="1561560330" sldId="265"/>
            <ac:spMk id="30" creationId="{257363FD-7E77-4145-9483-331A807ADF0E}"/>
          </ac:spMkLst>
        </pc:spChg>
        <pc:spChg chg="add del">
          <ac:chgData name="Alsaadawi, Adnan A" userId="0ef455d5-b8b5-4038-8543-79757a7095d7" providerId="ADAL" clId="{AFF17072-A3A1-4A50-9F08-F7BC94522E8C}" dt="2025-04-10T01:21:27.678" v="602" actId="26606"/>
          <ac:spMkLst>
            <pc:docMk/>
            <pc:sldMk cId="1561560330" sldId="265"/>
            <ac:spMk id="31" creationId="{C0763A76-9F1C-4FC5-82B7-DD475DA461B2}"/>
          </ac:spMkLst>
        </pc:spChg>
        <pc:spChg chg="add del">
          <ac:chgData name="Alsaadawi, Adnan A" userId="0ef455d5-b8b5-4038-8543-79757a7095d7" providerId="ADAL" clId="{AFF17072-A3A1-4A50-9F08-F7BC94522E8C}" dt="2025-04-10T01:21:27.678" v="602" actId="26606"/>
          <ac:spMkLst>
            <pc:docMk/>
            <pc:sldMk cId="1561560330" sldId="265"/>
            <ac:spMk id="33" creationId="{E81BF4F6-F2CF-4984-9D14-D6966D92F99F}"/>
          </ac:spMkLst>
        </pc:spChg>
        <pc:picChg chg="mod ord">
          <ac:chgData name="Alsaadawi, Adnan A" userId="0ef455d5-b8b5-4038-8543-79757a7095d7" providerId="ADAL" clId="{AFF17072-A3A1-4A50-9F08-F7BC94522E8C}" dt="2025-04-10T01:22:25.391" v="605" actId="26606"/>
          <ac:picMkLst>
            <pc:docMk/>
            <pc:sldMk cId="1561560330" sldId="265"/>
            <ac:picMk id="6" creationId="{76352251-ACF9-557C-647C-E1A1110717E0}"/>
          </ac:picMkLst>
        </pc:picChg>
      </pc:sldChg>
      <pc:sldChg chg="addSp delSp modSp mod">
        <pc:chgData name="Alsaadawi, Adnan A" userId="0ef455d5-b8b5-4038-8543-79757a7095d7" providerId="ADAL" clId="{AFF17072-A3A1-4A50-9F08-F7BC94522E8C}" dt="2025-04-10T01:21:01.834" v="600" actId="26606"/>
        <pc:sldMkLst>
          <pc:docMk/>
          <pc:sldMk cId="1733367277" sldId="266"/>
        </pc:sldMkLst>
        <pc:spChg chg="add">
          <ac:chgData name="Alsaadawi, Adnan A" userId="0ef455d5-b8b5-4038-8543-79757a7095d7" providerId="ADAL" clId="{AFF17072-A3A1-4A50-9F08-F7BC94522E8C}" dt="2025-04-09T23:29:05.309" v="117"/>
          <ac:spMkLst>
            <pc:docMk/>
            <pc:sldMk cId="1733367277" sldId="266"/>
            <ac:spMk id="2" creationId="{17FBC188-28E2-565D-EA83-2A21995F3C5C}"/>
          </ac:spMkLst>
        </pc:spChg>
        <pc:spChg chg="add">
          <ac:chgData name="Alsaadawi, Adnan A" userId="0ef455d5-b8b5-4038-8543-79757a7095d7" providerId="ADAL" clId="{AFF17072-A3A1-4A50-9F08-F7BC94522E8C}" dt="2025-04-09T23:29:05.309" v="117"/>
          <ac:spMkLst>
            <pc:docMk/>
            <pc:sldMk cId="1733367277" sldId="266"/>
            <ac:spMk id="3" creationId="{F1F48882-018D-CAD6-B066-E241D09DFD4E}"/>
          </ac:spMkLst>
        </pc:spChg>
        <pc:spChg chg="mod">
          <ac:chgData name="Alsaadawi, Adnan A" userId="0ef455d5-b8b5-4038-8543-79757a7095d7" providerId="ADAL" clId="{AFF17072-A3A1-4A50-9F08-F7BC94522E8C}" dt="2025-04-10T01:21:01.834" v="600" actId="26606"/>
          <ac:spMkLst>
            <pc:docMk/>
            <pc:sldMk cId="1733367277" sldId="266"/>
            <ac:spMk id="4" creationId="{BC63ECF3-1241-1A66-0A9D-0DDDB50BAAFD}"/>
          </ac:spMkLst>
        </pc:spChg>
        <pc:spChg chg="del mod">
          <ac:chgData name="Alsaadawi, Adnan A" userId="0ef455d5-b8b5-4038-8543-79757a7095d7" providerId="ADAL" clId="{AFF17072-A3A1-4A50-9F08-F7BC94522E8C}" dt="2025-04-09T23:30:24.859" v="149"/>
          <ac:spMkLst>
            <pc:docMk/>
            <pc:sldMk cId="1733367277" sldId="266"/>
            <ac:spMk id="5" creationId="{39B3A20D-7A3E-67B4-91C2-13F92BA208B2}"/>
          </ac:spMkLst>
        </pc:spChg>
        <pc:spChg chg="add">
          <ac:chgData name="Alsaadawi, Adnan A" userId="0ef455d5-b8b5-4038-8543-79757a7095d7" providerId="ADAL" clId="{AFF17072-A3A1-4A50-9F08-F7BC94522E8C}" dt="2025-04-09T23:29:05.309" v="117"/>
          <ac:spMkLst>
            <pc:docMk/>
            <pc:sldMk cId="1733367277" sldId="266"/>
            <ac:spMk id="6" creationId="{F2AAB15E-4B6A-CCDA-6F68-06402771BF52}"/>
          </ac:spMkLst>
        </pc:spChg>
        <pc:spChg chg="add">
          <ac:chgData name="Alsaadawi, Adnan A" userId="0ef455d5-b8b5-4038-8543-79757a7095d7" providerId="ADAL" clId="{AFF17072-A3A1-4A50-9F08-F7BC94522E8C}" dt="2025-04-09T23:29:05.309" v="117"/>
          <ac:spMkLst>
            <pc:docMk/>
            <pc:sldMk cId="1733367277" sldId="266"/>
            <ac:spMk id="8" creationId="{43721ED1-8BA9-E09C-ED2D-966EC3C814C7}"/>
          </ac:spMkLst>
        </pc:spChg>
        <pc:spChg chg="add">
          <ac:chgData name="Alsaadawi, Adnan A" userId="0ef455d5-b8b5-4038-8543-79757a7095d7" providerId="ADAL" clId="{AFF17072-A3A1-4A50-9F08-F7BC94522E8C}" dt="2025-04-09T23:29:05.309" v="117"/>
          <ac:spMkLst>
            <pc:docMk/>
            <pc:sldMk cId="1733367277" sldId="266"/>
            <ac:spMk id="9" creationId="{EB978EA7-4474-3201-AB47-2F7D40FFED96}"/>
          </ac:spMkLst>
        </pc:spChg>
        <pc:spChg chg="add">
          <ac:chgData name="Alsaadawi, Adnan A" userId="0ef455d5-b8b5-4038-8543-79757a7095d7" providerId="ADAL" clId="{AFF17072-A3A1-4A50-9F08-F7BC94522E8C}" dt="2025-04-09T23:29:05.309" v="117"/>
          <ac:spMkLst>
            <pc:docMk/>
            <pc:sldMk cId="1733367277" sldId="266"/>
            <ac:spMk id="10" creationId="{1ABD68A5-8CBD-060B-32AF-68DEC224DFC7}"/>
          </ac:spMkLst>
        </pc:spChg>
        <pc:spChg chg="del">
          <ac:chgData name="Alsaadawi, Adnan A" userId="0ef455d5-b8b5-4038-8543-79757a7095d7" providerId="ADAL" clId="{AFF17072-A3A1-4A50-9F08-F7BC94522E8C}" dt="2025-04-09T23:30:28.297" v="150" actId="26606"/>
          <ac:spMkLst>
            <pc:docMk/>
            <pc:sldMk cId="1733367277" sldId="266"/>
            <ac:spMk id="11" creationId="{9F7D5CDA-D291-4307-BF55-1381FED29634}"/>
          </ac:spMkLst>
        </pc:spChg>
        <pc:spChg chg="add">
          <ac:chgData name="Alsaadawi, Adnan A" userId="0ef455d5-b8b5-4038-8543-79757a7095d7" providerId="ADAL" clId="{AFF17072-A3A1-4A50-9F08-F7BC94522E8C}" dt="2025-04-09T23:29:05.309" v="117"/>
          <ac:spMkLst>
            <pc:docMk/>
            <pc:sldMk cId="1733367277" sldId="266"/>
            <ac:spMk id="12" creationId="{098BD282-4A20-8926-37D2-685882A8F75B}"/>
          </ac:spMkLst>
        </pc:spChg>
        <pc:spChg chg="del">
          <ac:chgData name="Alsaadawi, Adnan A" userId="0ef455d5-b8b5-4038-8543-79757a7095d7" providerId="ADAL" clId="{AFF17072-A3A1-4A50-9F08-F7BC94522E8C}" dt="2025-04-09T23:30:28.297" v="150" actId="26606"/>
          <ac:spMkLst>
            <pc:docMk/>
            <pc:sldMk cId="1733367277" sldId="266"/>
            <ac:spMk id="13" creationId="{59B296B9-C5A5-4E4F-9B60-C907B5F1466C}"/>
          </ac:spMkLst>
        </pc:spChg>
        <pc:spChg chg="add">
          <ac:chgData name="Alsaadawi, Adnan A" userId="0ef455d5-b8b5-4038-8543-79757a7095d7" providerId="ADAL" clId="{AFF17072-A3A1-4A50-9F08-F7BC94522E8C}" dt="2025-04-09T23:29:05.309" v="117"/>
          <ac:spMkLst>
            <pc:docMk/>
            <pc:sldMk cId="1733367277" sldId="266"/>
            <ac:spMk id="14" creationId="{15C234A1-80E5-F149-6EDE-E20CC5690AEF}"/>
          </ac:spMkLst>
        </pc:spChg>
        <pc:spChg chg="del">
          <ac:chgData name="Alsaadawi, Adnan A" userId="0ef455d5-b8b5-4038-8543-79757a7095d7" providerId="ADAL" clId="{AFF17072-A3A1-4A50-9F08-F7BC94522E8C}" dt="2025-04-09T23:30:28.297" v="150" actId="26606"/>
          <ac:spMkLst>
            <pc:docMk/>
            <pc:sldMk cId="1733367277" sldId="266"/>
            <ac:spMk id="15" creationId="{D0300FD3-5AF1-6305-15FA-9078072672E2}"/>
          </ac:spMkLst>
        </pc:spChg>
        <pc:spChg chg="add">
          <ac:chgData name="Alsaadawi, Adnan A" userId="0ef455d5-b8b5-4038-8543-79757a7095d7" providerId="ADAL" clId="{AFF17072-A3A1-4A50-9F08-F7BC94522E8C}" dt="2025-04-09T23:29:05.309" v="117"/>
          <ac:spMkLst>
            <pc:docMk/>
            <pc:sldMk cId="1733367277" sldId="266"/>
            <ac:spMk id="16" creationId="{163EB705-6279-F9E1-2609-4BDB08DCC832}"/>
          </ac:spMkLst>
        </pc:spChg>
        <pc:spChg chg="add">
          <ac:chgData name="Alsaadawi, Adnan A" userId="0ef455d5-b8b5-4038-8543-79757a7095d7" providerId="ADAL" clId="{AFF17072-A3A1-4A50-9F08-F7BC94522E8C}" dt="2025-04-09T23:29:26.019" v="128"/>
          <ac:spMkLst>
            <pc:docMk/>
            <pc:sldMk cId="1733367277" sldId="266"/>
            <ac:spMk id="17" creationId="{E0308852-E291-F461-D85A-3C1A55B88041}"/>
          </ac:spMkLst>
        </pc:spChg>
        <pc:spChg chg="add">
          <ac:chgData name="Alsaadawi, Adnan A" userId="0ef455d5-b8b5-4038-8543-79757a7095d7" providerId="ADAL" clId="{AFF17072-A3A1-4A50-9F08-F7BC94522E8C}" dt="2025-04-09T23:29:26.019" v="128"/>
          <ac:spMkLst>
            <pc:docMk/>
            <pc:sldMk cId="1733367277" sldId="266"/>
            <ac:spMk id="18" creationId="{902BCB96-ED46-2F5E-01EB-7DC7B4E589CA}"/>
          </ac:spMkLst>
        </pc:spChg>
        <pc:spChg chg="add">
          <ac:chgData name="Alsaadawi, Adnan A" userId="0ef455d5-b8b5-4038-8543-79757a7095d7" providerId="ADAL" clId="{AFF17072-A3A1-4A50-9F08-F7BC94522E8C}" dt="2025-04-09T23:29:26.019" v="128"/>
          <ac:spMkLst>
            <pc:docMk/>
            <pc:sldMk cId="1733367277" sldId="266"/>
            <ac:spMk id="19" creationId="{02CD9470-4010-0AA4-4390-5748731244F6}"/>
          </ac:spMkLst>
        </pc:spChg>
        <pc:spChg chg="add">
          <ac:chgData name="Alsaadawi, Adnan A" userId="0ef455d5-b8b5-4038-8543-79757a7095d7" providerId="ADAL" clId="{AFF17072-A3A1-4A50-9F08-F7BC94522E8C}" dt="2025-04-09T23:29:26.019" v="128"/>
          <ac:spMkLst>
            <pc:docMk/>
            <pc:sldMk cId="1733367277" sldId="266"/>
            <ac:spMk id="20" creationId="{1762501D-1161-2488-377B-38E123DF243A}"/>
          </ac:spMkLst>
        </pc:spChg>
        <pc:spChg chg="add">
          <ac:chgData name="Alsaadawi, Adnan A" userId="0ef455d5-b8b5-4038-8543-79757a7095d7" providerId="ADAL" clId="{AFF17072-A3A1-4A50-9F08-F7BC94522E8C}" dt="2025-04-09T23:29:26.019" v="128"/>
          <ac:spMkLst>
            <pc:docMk/>
            <pc:sldMk cId="1733367277" sldId="266"/>
            <ac:spMk id="21" creationId="{98FE527E-077B-4773-877B-48038C999F50}"/>
          </ac:spMkLst>
        </pc:spChg>
        <pc:spChg chg="add">
          <ac:chgData name="Alsaadawi, Adnan A" userId="0ef455d5-b8b5-4038-8543-79757a7095d7" providerId="ADAL" clId="{AFF17072-A3A1-4A50-9F08-F7BC94522E8C}" dt="2025-04-09T23:29:26.019" v="128"/>
          <ac:spMkLst>
            <pc:docMk/>
            <pc:sldMk cId="1733367277" sldId="266"/>
            <ac:spMk id="22" creationId="{519682FF-B2AD-7B26-FA4A-BE994B9830DF}"/>
          </ac:spMkLst>
        </pc:spChg>
        <pc:spChg chg="add">
          <ac:chgData name="Alsaadawi, Adnan A" userId="0ef455d5-b8b5-4038-8543-79757a7095d7" providerId="ADAL" clId="{AFF17072-A3A1-4A50-9F08-F7BC94522E8C}" dt="2025-04-09T23:29:26.019" v="128"/>
          <ac:spMkLst>
            <pc:docMk/>
            <pc:sldMk cId="1733367277" sldId="266"/>
            <ac:spMk id="23" creationId="{6B121201-3ABA-7005-400B-590BA6B35D7C}"/>
          </ac:spMkLst>
        </pc:spChg>
        <pc:spChg chg="add">
          <ac:chgData name="Alsaadawi, Adnan A" userId="0ef455d5-b8b5-4038-8543-79757a7095d7" providerId="ADAL" clId="{AFF17072-A3A1-4A50-9F08-F7BC94522E8C}" dt="2025-04-09T23:29:26.019" v="128"/>
          <ac:spMkLst>
            <pc:docMk/>
            <pc:sldMk cId="1733367277" sldId="266"/>
            <ac:spMk id="24" creationId="{EBB44991-DA14-21B7-0EE7-97CF69A8FBED}"/>
          </ac:spMkLst>
        </pc:spChg>
        <pc:spChg chg="add">
          <ac:chgData name="Alsaadawi, Adnan A" userId="0ef455d5-b8b5-4038-8543-79757a7095d7" providerId="ADAL" clId="{AFF17072-A3A1-4A50-9F08-F7BC94522E8C}" dt="2025-04-09T23:29:26.019" v="128"/>
          <ac:spMkLst>
            <pc:docMk/>
            <pc:sldMk cId="1733367277" sldId="266"/>
            <ac:spMk id="25" creationId="{B8928AD0-868A-753E-9D63-DC04418BB22C}"/>
          </ac:spMkLst>
        </pc:spChg>
        <pc:spChg chg="add">
          <ac:chgData name="Alsaadawi, Adnan A" userId="0ef455d5-b8b5-4038-8543-79757a7095d7" providerId="ADAL" clId="{AFF17072-A3A1-4A50-9F08-F7BC94522E8C}" dt="2025-04-09T23:29:33.851" v="130"/>
          <ac:spMkLst>
            <pc:docMk/>
            <pc:sldMk cId="1733367277" sldId="266"/>
            <ac:spMk id="26" creationId="{9CD4A2FF-6AD7-107B-2B4F-B3594FE60DB9}"/>
          </ac:spMkLst>
        </pc:spChg>
        <pc:spChg chg="add">
          <ac:chgData name="Alsaadawi, Adnan A" userId="0ef455d5-b8b5-4038-8543-79757a7095d7" providerId="ADAL" clId="{AFF17072-A3A1-4A50-9F08-F7BC94522E8C}" dt="2025-04-09T23:29:33.851" v="130"/>
          <ac:spMkLst>
            <pc:docMk/>
            <pc:sldMk cId="1733367277" sldId="266"/>
            <ac:spMk id="27" creationId="{185ACE2E-5C05-6BDE-CDEC-9F7FF32469DD}"/>
          </ac:spMkLst>
        </pc:spChg>
        <pc:spChg chg="add">
          <ac:chgData name="Alsaadawi, Adnan A" userId="0ef455d5-b8b5-4038-8543-79757a7095d7" providerId="ADAL" clId="{AFF17072-A3A1-4A50-9F08-F7BC94522E8C}" dt="2025-04-09T23:29:33.851" v="130"/>
          <ac:spMkLst>
            <pc:docMk/>
            <pc:sldMk cId="1733367277" sldId="266"/>
            <ac:spMk id="28" creationId="{EA89A51D-B3BE-C64F-3BA7-2ECA53742A20}"/>
          </ac:spMkLst>
        </pc:spChg>
        <pc:spChg chg="add">
          <ac:chgData name="Alsaadawi, Adnan A" userId="0ef455d5-b8b5-4038-8543-79757a7095d7" providerId="ADAL" clId="{AFF17072-A3A1-4A50-9F08-F7BC94522E8C}" dt="2025-04-09T23:29:33.851" v="130"/>
          <ac:spMkLst>
            <pc:docMk/>
            <pc:sldMk cId="1733367277" sldId="266"/>
            <ac:spMk id="29" creationId="{1580AF27-D4A8-C9AC-8AE8-7DD3FB7B53EF}"/>
          </ac:spMkLst>
        </pc:spChg>
        <pc:spChg chg="add">
          <ac:chgData name="Alsaadawi, Adnan A" userId="0ef455d5-b8b5-4038-8543-79757a7095d7" providerId="ADAL" clId="{AFF17072-A3A1-4A50-9F08-F7BC94522E8C}" dt="2025-04-09T23:29:33.851" v="130"/>
          <ac:spMkLst>
            <pc:docMk/>
            <pc:sldMk cId="1733367277" sldId="266"/>
            <ac:spMk id="30" creationId="{B3612EFD-6D12-B23B-6BC7-81700D792BC0}"/>
          </ac:spMkLst>
        </pc:spChg>
        <pc:spChg chg="add">
          <ac:chgData name="Alsaadawi, Adnan A" userId="0ef455d5-b8b5-4038-8543-79757a7095d7" providerId="ADAL" clId="{AFF17072-A3A1-4A50-9F08-F7BC94522E8C}" dt="2025-04-09T23:29:33.851" v="130"/>
          <ac:spMkLst>
            <pc:docMk/>
            <pc:sldMk cId="1733367277" sldId="266"/>
            <ac:spMk id="31" creationId="{17DC2FD1-D721-436D-1B2E-D7E0AFBED547}"/>
          </ac:spMkLst>
        </pc:spChg>
        <pc:spChg chg="add">
          <ac:chgData name="Alsaadawi, Adnan A" userId="0ef455d5-b8b5-4038-8543-79757a7095d7" providerId="ADAL" clId="{AFF17072-A3A1-4A50-9F08-F7BC94522E8C}" dt="2025-04-09T23:29:33.851" v="130"/>
          <ac:spMkLst>
            <pc:docMk/>
            <pc:sldMk cId="1733367277" sldId="266"/>
            <ac:spMk id="32" creationId="{6675DDCF-C17D-0267-9790-2BC8A2DB9A9A}"/>
          </ac:spMkLst>
        </pc:spChg>
        <pc:spChg chg="add">
          <ac:chgData name="Alsaadawi, Adnan A" userId="0ef455d5-b8b5-4038-8543-79757a7095d7" providerId="ADAL" clId="{AFF17072-A3A1-4A50-9F08-F7BC94522E8C}" dt="2025-04-09T23:29:33.851" v="130"/>
          <ac:spMkLst>
            <pc:docMk/>
            <pc:sldMk cId="1733367277" sldId="266"/>
            <ac:spMk id="33" creationId="{9C00FA29-230E-0B91-81E1-831CBBE18343}"/>
          </ac:spMkLst>
        </pc:spChg>
        <pc:spChg chg="add">
          <ac:chgData name="Alsaadawi, Adnan A" userId="0ef455d5-b8b5-4038-8543-79757a7095d7" providerId="ADAL" clId="{AFF17072-A3A1-4A50-9F08-F7BC94522E8C}" dt="2025-04-09T23:29:33.851" v="130"/>
          <ac:spMkLst>
            <pc:docMk/>
            <pc:sldMk cId="1733367277" sldId="266"/>
            <ac:spMk id="34" creationId="{B940959D-8820-2C26-7C0E-D5DA5FF7AD49}"/>
          </ac:spMkLst>
        </pc:spChg>
        <pc:spChg chg="add">
          <ac:chgData name="Alsaadawi, Adnan A" userId="0ef455d5-b8b5-4038-8543-79757a7095d7" providerId="ADAL" clId="{AFF17072-A3A1-4A50-9F08-F7BC94522E8C}" dt="2025-04-09T23:30:11.409" v="142"/>
          <ac:spMkLst>
            <pc:docMk/>
            <pc:sldMk cId="1733367277" sldId="266"/>
            <ac:spMk id="35" creationId="{60F8960E-5E2E-B04E-1D96-219155162A5B}"/>
          </ac:spMkLst>
        </pc:spChg>
        <pc:spChg chg="add mod">
          <ac:chgData name="Alsaadawi, Adnan A" userId="0ef455d5-b8b5-4038-8543-79757a7095d7" providerId="ADAL" clId="{AFF17072-A3A1-4A50-9F08-F7BC94522E8C}" dt="2025-04-09T23:30:15.541" v="144"/>
          <ac:spMkLst>
            <pc:docMk/>
            <pc:sldMk cId="1733367277" sldId="266"/>
            <ac:spMk id="36" creationId="{DAE1F3DD-132A-C1AB-0F50-BBD4EB0E2D7B}"/>
          </ac:spMkLst>
        </pc:spChg>
        <pc:spChg chg="add mod">
          <ac:chgData name="Alsaadawi, Adnan A" userId="0ef455d5-b8b5-4038-8543-79757a7095d7" providerId="ADAL" clId="{AFF17072-A3A1-4A50-9F08-F7BC94522E8C}" dt="2025-04-10T01:21:01.834" v="600" actId="26606"/>
          <ac:spMkLst>
            <pc:docMk/>
            <pc:sldMk cId="1733367277" sldId="266"/>
            <ac:spMk id="37" creationId="{C2BD83F7-A585-AE46-97FE-B28A494A2A9A}"/>
          </ac:spMkLst>
        </pc:spChg>
        <pc:spChg chg="add del">
          <ac:chgData name="Alsaadawi, Adnan A" userId="0ef455d5-b8b5-4038-8543-79757a7095d7" providerId="ADAL" clId="{AFF17072-A3A1-4A50-9F08-F7BC94522E8C}" dt="2025-04-09T23:30:53.449" v="154" actId="26606"/>
          <ac:spMkLst>
            <pc:docMk/>
            <pc:sldMk cId="1733367277" sldId="266"/>
            <ac:spMk id="42" creationId="{F13C74B1-5B17-4795-BED0-7140497B445A}"/>
          </ac:spMkLst>
        </pc:spChg>
        <pc:spChg chg="add del">
          <ac:chgData name="Alsaadawi, Adnan A" userId="0ef455d5-b8b5-4038-8543-79757a7095d7" providerId="ADAL" clId="{AFF17072-A3A1-4A50-9F08-F7BC94522E8C}" dt="2025-04-09T23:30:53.449" v="154" actId="26606"/>
          <ac:spMkLst>
            <pc:docMk/>
            <pc:sldMk cId="1733367277" sldId="266"/>
            <ac:spMk id="44" creationId="{D4974D33-8DC5-464E-8C6D-BE58F0669C17}"/>
          </ac:spMkLst>
        </pc:spChg>
        <pc:spChg chg="add del">
          <ac:chgData name="Alsaadawi, Adnan A" userId="0ef455d5-b8b5-4038-8543-79757a7095d7" providerId="ADAL" clId="{AFF17072-A3A1-4A50-9F08-F7BC94522E8C}" dt="2025-04-09T23:30:53.442" v="153" actId="26606"/>
          <ac:spMkLst>
            <pc:docMk/>
            <pc:sldMk cId="1733367277" sldId="266"/>
            <ac:spMk id="49" creationId="{04812C46-200A-4DEB-A05E-3ED6C68C2387}"/>
          </ac:spMkLst>
        </pc:spChg>
        <pc:spChg chg="add del">
          <ac:chgData name="Alsaadawi, Adnan A" userId="0ef455d5-b8b5-4038-8543-79757a7095d7" providerId="ADAL" clId="{AFF17072-A3A1-4A50-9F08-F7BC94522E8C}" dt="2025-04-09T23:30:53.442" v="153" actId="26606"/>
          <ac:spMkLst>
            <pc:docMk/>
            <pc:sldMk cId="1733367277" sldId="266"/>
            <ac:spMk id="51" creationId="{D1EA859B-E555-4109-94F3-6700E046E008}"/>
          </ac:spMkLst>
        </pc:spChg>
        <pc:spChg chg="add del mod">
          <ac:chgData name="Alsaadawi, Adnan A" userId="0ef455d5-b8b5-4038-8543-79757a7095d7" providerId="ADAL" clId="{AFF17072-A3A1-4A50-9F08-F7BC94522E8C}" dt="2025-04-10T01:19:52.362" v="589" actId="26606"/>
          <ac:spMkLst>
            <pc:docMk/>
            <pc:sldMk cId="1733367277" sldId="266"/>
            <ac:spMk id="53" creationId="{C0763A76-9F1C-4FC5-82B7-DD475DA461B2}"/>
          </ac:spMkLst>
        </pc:spChg>
        <pc:spChg chg="add del mod">
          <ac:chgData name="Alsaadawi, Adnan A" userId="0ef455d5-b8b5-4038-8543-79757a7095d7" providerId="ADAL" clId="{AFF17072-A3A1-4A50-9F08-F7BC94522E8C}" dt="2025-04-10T01:19:52.362" v="589" actId="26606"/>
          <ac:spMkLst>
            <pc:docMk/>
            <pc:sldMk cId="1733367277" sldId="266"/>
            <ac:spMk id="54" creationId="{E81BF4F6-F2CF-4984-9D14-D6966D92F99F}"/>
          </ac:spMkLst>
        </pc:spChg>
        <pc:spChg chg="add del">
          <ac:chgData name="Alsaadawi, Adnan A" userId="0ef455d5-b8b5-4038-8543-79757a7095d7" providerId="ADAL" clId="{AFF17072-A3A1-4A50-9F08-F7BC94522E8C}" dt="2025-04-10T01:20:42.260" v="595" actId="26606"/>
          <ac:spMkLst>
            <pc:docMk/>
            <pc:sldMk cId="1733367277" sldId="266"/>
            <ac:spMk id="59" creationId="{CB299CAB-C506-454B-90FC-4065728297D3}"/>
          </ac:spMkLst>
        </pc:spChg>
        <pc:spChg chg="add del">
          <ac:chgData name="Alsaadawi, Adnan A" userId="0ef455d5-b8b5-4038-8543-79757a7095d7" providerId="ADAL" clId="{AFF17072-A3A1-4A50-9F08-F7BC94522E8C}" dt="2025-04-10T01:20:42.260" v="595" actId="26606"/>
          <ac:spMkLst>
            <pc:docMk/>
            <pc:sldMk cId="1733367277" sldId="266"/>
            <ac:spMk id="61" creationId="{C8D99311-F254-40F1-8AB5-EE3E7B9B6872}"/>
          </ac:spMkLst>
        </pc:spChg>
        <pc:spChg chg="add del">
          <ac:chgData name="Alsaadawi, Adnan A" userId="0ef455d5-b8b5-4038-8543-79757a7095d7" providerId="ADAL" clId="{AFF17072-A3A1-4A50-9F08-F7BC94522E8C}" dt="2025-04-10T01:20:42.260" v="595" actId="26606"/>
          <ac:spMkLst>
            <pc:docMk/>
            <pc:sldMk cId="1733367277" sldId="266"/>
            <ac:spMk id="63" creationId="{7D89E3CB-00ED-4691-9F0F-F23EA3564705}"/>
          </ac:spMkLst>
        </pc:spChg>
        <pc:spChg chg="add del">
          <ac:chgData name="Alsaadawi, Adnan A" userId="0ef455d5-b8b5-4038-8543-79757a7095d7" providerId="ADAL" clId="{AFF17072-A3A1-4A50-9F08-F7BC94522E8C}" dt="2025-04-10T01:20:42.252" v="594" actId="26606"/>
          <ac:spMkLst>
            <pc:docMk/>
            <pc:sldMk cId="1733367277" sldId="266"/>
            <ac:spMk id="68" creationId="{98DDA986-B6EE-4642-AC60-0490373E69D0}"/>
          </ac:spMkLst>
        </pc:spChg>
        <pc:spChg chg="add del">
          <ac:chgData name="Alsaadawi, Adnan A" userId="0ef455d5-b8b5-4038-8543-79757a7095d7" providerId="ADAL" clId="{AFF17072-A3A1-4A50-9F08-F7BC94522E8C}" dt="2025-04-10T01:20:42.252" v="594" actId="26606"/>
          <ac:spMkLst>
            <pc:docMk/>
            <pc:sldMk cId="1733367277" sldId="266"/>
            <ac:spMk id="70" creationId="{80B62878-12EF-4E97-A284-47BAFC30DA2E}"/>
          </ac:spMkLst>
        </pc:spChg>
        <pc:spChg chg="add del">
          <ac:chgData name="Alsaadawi, Adnan A" userId="0ef455d5-b8b5-4038-8543-79757a7095d7" providerId="ADAL" clId="{AFF17072-A3A1-4A50-9F08-F7BC94522E8C}" dt="2025-04-10T01:20:42.252" v="594" actId="26606"/>
          <ac:spMkLst>
            <pc:docMk/>
            <pc:sldMk cId="1733367277" sldId="266"/>
            <ac:spMk id="72" creationId="{6D79188D-1ED5-4705-B8C7-5D6FB7670AB3}"/>
          </ac:spMkLst>
        </pc:spChg>
        <pc:spChg chg="add del">
          <ac:chgData name="Alsaadawi, Adnan A" userId="0ef455d5-b8b5-4038-8543-79757a7095d7" providerId="ADAL" clId="{AFF17072-A3A1-4A50-9F08-F7BC94522E8C}" dt="2025-04-10T01:21:01.834" v="600" actId="26606"/>
          <ac:spMkLst>
            <pc:docMk/>
            <pc:sldMk cId="1733367277" sldId="266"/>
            <ac:spMk id="74" creationId="{074B4F7D-14B2-478B-8BF5-01E4E0C5D263}"/>
          </ac:spMkLst>
        </pc:spChg>
        <pc:spChg chg="add del">
          <ac:chgData name="Alsaadawi, Adnan A" userId="0ef455d5-b8b5-4038-8543-79757a7095d7" providerId="ADAL" clId="{AFF17072-A3A1-4A50-9F08-F7BC94522E8C}" dt="2025-04-10T01:21:01.834" v="600" actId="26606"/>
          <ac:spMkLst>
            <pc:docMk/>
            <pc:sldMk cId="1733367277" sldId="266"/>
            <ac:spMk id="75" creationId="{DAF1966E-FD40-4A4A-B61B-C4DF7FA05F06}"/>
          </ac:spMkLst>
        </pc:spChg>
        <pc:spChg chg="add del">
          <ac:chgData name="Alsaadawi, Adnan A" userId="0ef455d5-b8b5-4038-8543-79757a7095d7" providerId="ADAL" clId="{AFF17072-A3A1-4A50-9F08-F7BC94522E8C}" dt="2025-04-10T01:21:01.834" v="600" actId="26606"/>
          <ac:spMkLst>
            <pc:docMk/>
            <pc:sldMk cId="1733367277" sldId="266"/>
            <ac:spMk id="76" creationId="{047BFA19-D45E-416B-A404-7AF2F3F27017}"/>
          </ac:spMkLst>
        </pc:spChg>
        <pc:spChg chg="add del">
          <ac:chgData name="Alsaadawi, Adnan A" userId="0ef455d5-b8b5-4038-8543-79757a7095d7" providerId="ADAL" clId="{AFF17072-A3A1-4A50-9F08-F7BC94522E8C}" dt="2025-04-10T01:21:01.834" v="600" actId="26606"/>
          <ac:spMkLst>
            <pc:docMk/>
            <pc:sldMk cId="1733367277" sldId="266"/>
            <ac:spMk id="77" creationId="{8E0105E7-23DB-4CF2-8258-FF47C7620F6E}"/>
          </ac:spMkLst>
        </pc:spChg>
        <pc:spChg chg="add del">
          <ac:chgData name="Alsaadawi, Adnan A" userId="0ef455d5-b8b5-4038-8543-79757a7095d7" providerId="ADAL" clId="{AFF17072-A3A1-4A50-9F08-F7BC94522E8C}" dt="2025-04-10T01:20:57.351" v="597" actId="26606"/>
          <ac:spMkLst>
            <pc:docMk/>
            <pc:sldMk cId="1733367277" sldId="266"/>
            <ac:spMk id="82" creationId="{D038248A-211C-4EEC-8401-C761B929FB52}"/>
          </ac:spMkLst>
        </pc:spChg>
        <pc:spChg chg="add del">
          <ac:chgData name="Alsaadawi, Adnan A" userId="0ef455d5-b8b5-4038-8543-79757a7095d7" providerId="ADAL" clId="{AFF17072-A3A1-4A50-9F08-F7BC94522E8C}" dt="2025-04-10T01:20:57.351" v="597" actId="26606"/>
          <ac:spMkLst>
            <pc:docMk/>
            <pc:sldMk cId="1733367277" sldId="266"/>
            <ac:spMk id="84" creationId="{C30A849F-66D9-40C8-BEC8-35AFF8F4568F}"/>
          </ac:spMkLst>
        </pc:spChg>
        <pc:spChg chg="add del">
          <ac:chgData name="Alsaadawi, Adnan A" userId="0ef455d5-b8b5-4038-8543-79757a7095d7" providerId="ADAL" clId="{AFF17072-A3A1-4A50-9F08-F7BC94522E8C}" dt="2025-04-10T01:21:01.828" v="599" actId="26606"/>
          <ac:spMkLst>
            <pc:docMk/>
            <pc:sldMk cId="1733367277" sldId="266"/>
            <ac:spMk id="98" creationId="{2029D5AD-8348-4446-B191-6A9B6FE03F21}"/>
          </ac:spMkLst>
        </pc:spChg>
        <pc:spChg chg="add del">
          <ac:chgData name="Alsaadawi, Adnan A" userId="0ef455d5-b8b5-4038-8543-79757a7095d7" providerId="ADAL" clId="{AFF17072-A3A1-4A50-9F08-F7BC94522E8C}" dt="2025-04-10T01:21:01.828" v="599" actId="26606"/>
          <ac:spMkLst>
            <pc:docMk/>
            <pc:sldMk cId="1733367277" sldId="266"/>
            <ac:spMk id="99" creationId="{A3F395A2-2B64-4749-BD93-2F159C7E1FB5}"/>
          </ac:spMkLst>
        </pc:spChg>
        <pc:spChg chg="add del">
          <ac:chgData name="Alsaadawi, Adnan A" userId="0ef455d5-b8b5-4038-8543-79757a7095d7" providerId="ADAL" clId="{AFF17072-A3A1-4A50-9F08-F7BC94522E8C}" dt="2025-04-10T01:21:01.828" v="599" actId="26606"/>
          <ac:spMkLst>
            <pc:docMk/>
            <pc:sldMk cId="1733367277" sldId="266"/>
            <ac:spMk id="100" creationId="{5CF0135B-EAB8-4CA0-896C-2D897ECD28BC}"/>
          </ac:spMkLst>
        </pc:spChg>
        <pc:spChg chg="add del">
          <ac:chgData name="Alsaadawi, Adnan A" userId="0ef455d5-b8b5-4038-8543-79757a7095d7" providerId="ADAL" clId="{AFF17072-A3A1-4A50-9F08-F7BC94522E8C}" dt="2025-04-10T01:21:01.828" v="599" actId="26606"/>
          <ac:spMkLst>
            <pc:docMk/>
            <pc:sldMk cId="1733367277" sldId="266"/>
            <ac:spMk id="101" creationId="{92C3387C-D24F-4737-8A37-1DC5CFF09CFA}"/>
          </ac:spMkLst>
        </pc:spChg>
        <pc:spChg chg="add">
          <ac:chgData name="Alsaadawi, Adnan A" userId="0ef455d5-b8b5-4038-8543-79757a7095d7" providerId="ADAL" clId="{AFF17072-A3A1-4A50-9F08-F7BC94522E8C}" dt="2025-04-10T01:21:01.834" v="600" actId="26606"/>
          <ac:spMkLst>
            <pc:docMk/>
            <pc:sldMk cId="1733367277" sldId="266"/>
            <ac:spMk id="103" creationId="{98DDA986-B6EE-4642-AC60-0490373E69D0}"/>
          </ac:spMkLst>
        </pc:spChg>
        <pc:spChg chg="add">
          <ac:chgData name="Alsaadawi, Adnan A" userId="0ef455d5-b8b5-4038-8543-79757a7095d7" providerId="ADAL" clId="{AFF17072-A3A1-4A50-9F08-F7BC94522E8C}" dt="2025-04-10T01:21:01.834" v="600" actId="26606"/>
          <ac:spMkLst>
            <pc:docMk/>
            <pc:sldMk cId="1733367277" sldId="266"/>
            <ac:spMk id="104" creationId="{80B62878-12EF-4E97-A284-47BAFC30DA2E}"/>
          </ac:spMkLst>
        </pc:spChg>
        <pc:spChg chg="add">
          <ac:chgData name="Alsaadawi, Adnan A" userId="0ef455d5-b8b5-4038-8543-79757a7095d7" providerId="ADAL" clId="{AFF17072-A3A1-4A50-9F08-F7BC94522E8C}" dt="2025-04-10T01:21:01.834" v="600" actId="26606"/>
          <ac:spMkLst>
            <pc:docMk/>
            <pc:sldMk cId="1733367277" sldId="266"/>
            <ac:spMk id="105" creationId="{6D79188D-1ED5-4705-B8C7-5D6FB7670AB3}"/>
          </ac:spMkLst>
        </pc:spChg>
        <pc:grpChg chg="add del">
          <ac:chgData name="Alsaadawi, Adnan A" userId="0ef455d5-b8b5-4038-8543-79757a7095d7" providerId="ADAL" clId="{AFF17072-A3A1-4A50-9F08-F7BC94522E8C}" dt="2025-04-10T01:20:57.351" v="597" actId="26606"/>
          <ac:grpSpMkLst>
            <pc:docMk/>
            <pc:sldMk cId="1733367277" sldId="266"/>
            <ac:grpSpMk id="86" creationId="{04542298-A2B1-480F-A11C-A40EDD19B857}"/>
          </ac:grpSpMkLst>
        </pc:grpChg>
        <pc:grpChg chg="add del">
          <ac:chgData name="Alsaadawi, Adnan A" userId="0ef455d5-b8b5-4038-8543-79757a7095d7" providerId="ADAL" clId="{AFF17072-A3A1-4A50-9F08-F7BC94522E8C}" dt="2025-04-10T01:20:57.351" v="597" actId="26606"/>
          <ac:grpSpMkLst>
            <pc:docMk/>
            <pc:sldMk cId="1733367277" sldId="266"/>
            <ac:grpSpMk id="92" creationId="{2A5C9C35-2375-49EB-B99C-17C87D42FE7C}"/>
          </ac:grpSpMkLst>
        </pc:grpChg>
        <pc:picChg chg="add del mod ord">
          <ac:chgData name="Alsaadawi, Adnan A" userId="0ef455d5-b8b5-4038-8543-79757a7095d7" providerId="ADAL" clId="{AFF17072-A3A1-4A50-9F08-F7BC94522E8C}" dt="2025-04-10T01:19:48.633" v="588" actId="478"/>
          <ac:picMkLst>
            <pc:docMk/>
            <pc:sldMk cId="1733367277" sldId="266"/>
            <ac:picMk id="7" creationId="{AF08538F-AEAE-6FFA-BB9B-EC2E70323F23}"/>
          </ac:picMkLst>
        </pc:picChg>
      </pc:sldChg>
      <pc:sldChg chg="modSp mod">
        <pc:chgData name="Alsaadawi, Adnan A" userId="0ef455d5-b8b5-4038-8543-79757a7095d7" providerId="ADAL" clId="{AFF17072-A3A1-4A50-9F08-F7BC94522E8C}" dt="2025-04-10T12:36:51.848" v="700" actId="20577"/>
        <pc:sldMkLst>
          <pc:docMk/>
          <pc:sldMk cId="3008093610" sldId="267"/>
        </pc:sldMkLst>
        <pc:spChg chg="mod">
          <ac:chgData name="Alsaadawi, Adnan A" userId="0ef455d5-b8b5-4038-8543-79757a7095d7" providerId="ADAL" clId="{AFF17072-A3A1-4A50-9F08-F7BC94522E8C}" dt="2025-04-10T00:49:21.215" v="346" actId="2711"/>
          <ac:spMkLst>
            <pc:docMk/>
            <pc:sldMk cId="3008093610" sldId="267"/>
            <ac:spMk id="2" creationId="{FA124CCC-174F-1043-ACEC-9063B8BC29BE}"/>
          </ac:spMkLst>
        </pc:spChg>
        <pc:spChg chg="mod">
          <ac:chgData name="Alsaadawi, Adnan A" userId="0ef455d5-b8b5-4038-8543-79757a7095d7" providerId="ADAL" clId="{AFF17072-A3A1-4A50-9F08-F7BC94522E8C}" dt="2025-04-10T12:36:51.848" v="700" actId="20577"/>
          <ac:spMkLst>
            <pc:docMk/>
            <pc:sldMk cId="3008093610" sldId="267"/>
            <ac:spMk id="4" creationId="{43D15CBD-5DC8-50DB-B5F6-1077F96AE5D8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3008093610" sldId="267"/>
            <ac:spMk id="17" creationId="{9C6777B5-64F4-4200-B099-34168B69FE53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3008093610" sldId="267"/>
            <ac:spMk id="19" creationId="{9B37791B-B040-4694-BFDC-8DD132D86E8E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3008093610" sldId="267"/>
            <ac:spMk id="22" creationId="{1E12D6AD-7096-45BB-9C02-468B2704C158}"/>
          </ac:spMkLst>
        </pc:spChg>
        <pc:spChg chg="mod">
          <ac:chgData name="Alsaadawi, Adnan A" userId="0ef455d5-b8b5-4038-8543-79757a7095d7" providerId="ADAL" clId="{AFF17072-A3A1-4A50-9F08-F7BC94522E8C}" dt="2025-04-10T00:26:28.815" v="338" actId="790"/>
          <ac:spMkLst>
            <pc:docMk/>
            <pc:sldMk cId="3008093610" sldId="267"/>
            <ac:spMk id="23" creationId="{39953252-97DE-4766-B2F6-E4FDA2FDA6A5}"/>
          </ac:spMkLst>
        </pc:spChg>
      </pc:sldChg>
      <pc:sldChg chg="addSp delSp modSp new mod ord setBg setClrOvrMap">
        <pc:chgData name="Alsaadawi, Adnan A" userId="0ef455d5-b8b5-4038-8543-79757a7095d7" providerId="ADAL" clId="{AFF17072-A3A1-4A50-9F08-F7BC94522E8C}" dt="2025-04-10T11:44:07.007" v="696" actId="26606"/>
        <pc:sldMkLst>
          <pc:docMk/>
          <pc:sldMk cId="1789720469" sldId="268"/>
        </pc:sldMkLst>
        <pc:spChg chg="mod ord">
          <ac:chgData name="Alsaadawi, Adnan A" userId="0ef455d5-b8b5-4038-8543-79757a7095d7" providerId="ADAL" clId="{AFF17072-A3A1-4A50-9F08-F7BC94522E8C}" dt="2025-04-10T11:44:07.007" v="696" actId="26606"/>
          <ac:spMkLst>
            <pc:docMk/>
            <pc:sldMk cId="1789720469" sldId="268"/>
            <ac:spMk id="2" creationId="{C6E05D8B-64E3-4565-E2D0-5D30B124A081}"/>
          </ac:spMkLst>
        </pc:spChg>
        <pc:spChg chg="del">
          <ac:chgData name="Alsaadawi, Adnan A" userId="0ef455d5-b8b5-4038-8543-79757a7095d7" providerId="ADAL" clId="{AFF17072-A3A1-4A50-9F08-F7BC94522E8C}" dt="2025-04-10T00:59:54.404" v="400"/>
          <ac:spMkLst>
            <pc:docMk/>
            <pc:sldMk cId="1789720469" sldId="268"/>
            <ac:spMk id="3" creationId="{35D824EB-1D4E-8C25-67E6-5017D281C020}"/>
          </ac:spMkLst>
        </pc:spChg>
        <pc:spChg chg="add del mod">
          <ac:chgData name="Alsaadawi, Adnan A" userId="0ef455d5-b8b5-4038-8543-79757a7095d7" providerId="ADAL" clId="{AFF17072-A3A1-4A50-9F08-F7BC94522E8C}" dt="2025-04-10T01:00:41.235" v="419" actId="26606"/>
          <ac:spMkLst>
            <pc:docMk/>
            <pc:sldMk cId="1789720469" sldId="268"/>
            <ac:spMk id="4" creationId="{551C6AA0-60F2-FC4C-3AA2-9979696BC5AF}"/>
          </ac:spMkLst>
        </pc:spChg>
        <pc:spChg chg="add del">
          <ac:chgData name="Alsaadawi, Adnan A" userId="0ef455d5-b8b5-4038-8543-79757a7095d7" providerId="ADAL" clId="{AFF17072-A3A1-4A50-9F08-F7BC94522E8C}" dt="2025-04-10T01:00:27.283" v="414" actId="26606"/>
          <ac:spMkLst>
            <pc:docMk/>
            <pc:sldMk cId="1789720469" sldId="268"/>
            <ac:spMk id="9" creationId="{F837543A-6020-4505-A233-C9DB4BF74011}"/>
          </ac:spMkLst>
        </pc:spChg>
        <pc:spChg chg="add del">
          <ac:chgData name="Alsaadawi, Adnan A" userId="0ef455d5-b8b5-4038-8543-79757a7095d7" providerId="ADAL" clId="{AFF17072-A3A1-4A50-9F08-F7BC94522E8C}" dt="2025-04-10T01:00:31.114" v="416" actId="26606"/>
          <ac:spMkLst>
            <pc:docMk/>
            <pc:sldMk cId="1789720469" sldId="268"/>
            <ac:spMk id="10" creationId="{35DB3719-6FDC-4E5D-891D-FF40B7300F64}"/>
          </ac:spMkLst>
        </pc:spChg>
        <pc:spChg chg="add del">
          <ac:chgData name="Alsaadawi, Adnan A" userId="0ef455d5-b8b5-4038-8543-79757a7095d7" providerId="ADAL" clId="{AFF17072-A3A1-4A50-9F08-F7BC94522E8C}" dt="2025-04-10T01:00:27.283" v="414" actId="26606"/>
          <ac:spMkLst>
            <pc:docMk/>
            <pc:sldMk cId="1789720469" sldId="268"/>
            <ac:spMk id="11" creationId="{35B16301-FB18-48BA-A6DD-C37CAF6F9A18}"/>
          </ac:spMkLst>
        </pc:spChg>
        <pc:spChg chg="add del">
          <ac:chgData name="Alsaadawi, Adnan A" userId="0ef455d5-b8b5-4038-8543-79757a7095d7" providerId="ADAL" clId="{AFF17072-A3A1-4A50-9F08-F7BC94522E8C}" dt="2025-04-10T01:00:31.114" v="416" actId="26606"/>
          <ac:spMkLst>
            <pc:docMk/>
            <pc:sldMk cId="1789720469" sldId="268"/>
            <ac:spMk id="12" creationId="{E0CBAC23-2E3F-4A90-BA59-F8299F6A5439}"/>
          </ac:spMkLst>
        </pc:spChg>
        <pc:spChg chg="add del">
          <ac:chgData name="Alsaadawi, Adnan A" userId="0ef455d5-b8b5-4038-8543-79757a7095d7" providerId="ADAL" clId="{AFF17072-A3A1-4A50-9F08-F7BC94522E8C}" dt="2025-04-10T01:00:27.283" v="414" actId="26606"/>
          <ac:spMkLst>
            <pc:docMk/>
            <pc:sldMk cId="1789720469" sldId="268"/>
            <ac:spMk id="13" creationId="{C3C0D90E-074A-4F52-9B11-B52BEF4BCBE5}"/>
          </ac:spMkLst>
        </pc:spChg>
        <pc:spChg chg="add del">
          <ac:chgData name="Alsaadawi, Adnan A" userId="0ef455d5-b8b5-4038-8543-79757a7095d7" providerId="ADAL" clId="{AFF17072-A3A1-4A50-9F08-F7BC94522E8C}" dt="2025-04-10T01:00:41.202" v="418" actId="26606"/>
          <ac:spMkLst>
            <pc:docMk/>
            <pc:sldMk cId="1789720469" sldId="268"/>
            <ac:spMk id="14" creationId="{2E442304-DDBD-4F7B-8017-36BCC863FB40}"/>
          </ac:spMkLst>
        </pc:spChg>
        <pc:spChg chg="add del">
          <ac:chgData name="Alsaadawi, Adnan A" userId="0ef455d5-b8b5-4038-8543-79757a7095d7" providerId="ADAL" clId="{AFF17072-A3A1-4A50-9F08-F7BC94522E8C}" dt="2025-04-10T01:00:27.283" v="414" actId="26606"/>
          <ac:spMkLst>
            <pc:docMk/>
            <pc:sldMk cId="1789720469" sldId="268"/>
            <ac:spMk id="15" creationId="{CABBD4C1-E6F8-46F6-8152-A8A97490BF4D}"/>
          </ac:spMkLst>
        </pc:spChg>
        <pc:spChg chg="add del">
          <ac:chgData name="Alsaadawi, Adnan A" userId="0ef455d5-b8b5-4038-8543-79757a7095d7" providerId="ADAL" clId="{AFF17072-A3A1-4A50-9F08-F7BC94522E8C}" dt="2025-04-10T01:00:41.202" v="418" actId="26606"/>
          <ac:spMkLst>
            <pc:docMk/>
            <pc:sldMk cId="1789720469" sldId="268"/>
            <ac:spMk id="16" creationId="{5E107275-3853-46FD-A241-DE4355A42675}"/>
          </ac:spMkLst>
        </pc:spChg>
        <pc:spChg chg="add del">
          <ac:chgData name="Alsaadawi, Adnan A" userId="0ef455d5-b8b5-4038-8543-79757a7095d7" providerId="ADAL" clId="{AFF17072-A3A1-4A50-9F08-F7BC94522E8C}" dt="2025-04-10T01:00:27.283" v="414" actId="26606"/>
          <ac:spMkLst>
            <pc:docMk/>
            <pc:sldMk cId="1789720469" sldId="268"/>
            <ac:spMk id="17" creationId="{83BA5EF5-1FE9-4BF9-83BB-269BCDDF6156}"/>
          </ac:spMkLst>
        </pc:spChg>
        <pc:spChg chg="add del">
          <ac:chgData name="Alsaadawi, Adnan A" userId="0ef455d5-b8b5-4038-8543-79757a7095d7" providerId="ADAL" clId="{AFF17072-A3A1-4A50-9F08-F7BC94522E8C}" dt="2025-04-10T11:44:07.007" v="696" actId="26606"/>
          <ac:spMkLst>
            <pc:docMk/>
            <pc:sldMk cId="1789720469" sldId="268"/>
            <ac:spMk id="20" creationId="{4F7EBAE4-9945-4473-9E34-B2C66EA0F03D}"/>
          </ac:spMkLst>
        </pc:spChg>
        <pc:spChg chg="add del">
          <ac:chgData name="Alsaadawi, Adnan A" userId="0ef455d5-b8b5-4038-8543-79757a7095d7" providerId="ADAL" clId="{AFF17072-A3A1-4A50-9F08-F7BC94522E8C}" dt="2025-04-10T01:00:27.283" v="414" actId="26606"/>
          <ac:spMkLst>
            <pc:docMk/>
            <pc:sldMk cId="1789720469" sldId="268"/>
            <ac:spMk id="21" creationId="{88853921-7BC9-4BDE-ACAB-133C683C82D6}"/>
          </ac:spMkLst>
        </pc:spChg>
        <pc:spChg chg="add del">
          <ac:chgData name="Alsaadawi, Adnan A" userId="0ef455d5-b8b5-4038-8543-79757a7095d7" providerId="ADAL" clId="{AFF17072-A3A1-4A50-9F08-F7BC94522E8C}" dt="2025-04-10T11:44:07.007" v="696" actId="26606"/>
          <ac:spMkLst>
            <pc:docMk/>
            <pc:sldMk cId="1789720469" sldId="268"/>
            <ac:spMk id="22" creationId="{70BEB1E7-2F88-40BC-B73D-42E5B6F80BFC}"/>
          </ac:spMkLst>
        </pc:spChg>
        <pc:spChg chg="add del">
          <ac:chgData name="Alsaadawi, Adnan A" userId="0ef455d5-b8b5-4038-8543-79757a7095d7" providerId="ADAL" clId="{AFF17072-A3A1-4A50-9F08-F7BC94522E8C}" dt="2025-04-10T01:00:27.283" v="414" actId="26606"/>
          <ac:spMkLst>
            <pc:docMk/>
            <pc:sldMk cId="1789720469" sldId="268"/>
            <ac:spMk id="23" creationId="{09192968-3AE7-4470-A61C-97294BB92731}"/>
          </ac:spMkLst>
        </pc:spChg>
        <pc:spChg chg="add del">
          <ac:chgData name="Alsaadawi, Adnan A" userId="0ef455d5-b8b5-4038-8543-79757a7095d7" providerId="ADAL" clId="{AFF17072-A3A1-4A50-9F08-F7BC94522E8C}" dt="2025-04-10T11:44:07.007" v="696" actId="26606"/>
          <ac:spMkLst>
            <pc:docMk/>
            <pc:sldMk cId="1789720469" sldId="268"/>
            <ac:spMk id="24" creationId="{A7B99495-F43F-4D80-A44F-2CB4764EB90B}"/>
          </ac:spMkLst>
        </pc:spChg>
        <pc:spChg chg="add del">
          <ac:chgData name="Alsaadawi, Adnan A" userId="0ef455d5-b8b5-4038-8543-79757a7095d7" providerId="ADAL" clId="{AFF17072-A3A1-4A50-9F08-F7BC94522E8C}" dt="2025-04-10T01:00:27.283" v="414" actId="26606"/>
          <ac:spMkLst>
            <pc:docMk/>
            <pc:sldMk cId="1789720469" sldId="268"/>
            <ac:spMk id="25" creationId="{3AB72E55-43E4-4356-BFE8-E2102CB0B505}"/>
          </ac:spMkLst>
        </pc:spChg>
        <pc:spChg chg="add del">
          <ac:chgData name="Alsaadawi, Adnan A" userId="0ef455d5-b8b5-4038-8543-79757a7095d7" providerId="ADAL" clId="{AFF17072-A3A1-4A50-9F08-F7BC94522E8C}" dt="2025-04-10T11:44:05.686" v="693" actId="26606"/>
          <ac:spMkLst>
            <pc:docMk/>
            <pc:sldMk cId="1789720469" sldId="268"/>
            <ac:spMk id="28" creationId="{B50AB553-2A96-4A92-96F2-93548E096954}"/>
          </ac:spMkLst>
        </pc:spChg>
        <pc:spChg chg="add">
          <ac:chgData name="Alsaadawi, Adnan A" userId="0ef455d5-b8b5-4038-8543-79757a7095d7" providerId="ADAL" clId="{AFF17072-A3A1-4A50-9F08-F7BC94522E8C}" dt="2025-04-10T11:44:07.007" v="696" actId="26606"/>
          <ac:spMkLst>
            <pc:docMk/>
            <pc:sldMk cId="1789720469" sldId="268"/>
            <ac:spMk id="29" creationId="{B50AB553-2A96-4A92-96F2-93548E096954}"/>
          </ac:spMkLst>
        </pc:spChg>
        <pc:spChg chg="add del">
          <ac:chgData name="Alsaadawi, Adnan A" userId="0ef455d5-b8b5-4038-8543-79757a7095d7" providerId="ADAL" clId="{AFF17072-A3A1-4A50-9F08-F7BC94522E8C}" dt="2025-04-10T11:43:35.830" v="687" actId="26606"/>
          <ac:spMkLst>
            <pc:docMk/>
            <pc:sldMk cId="1789720469" sldId="268"/>
            <ac:spMk id="31" creationId="{B50AB553-2A96-4A92-96F2-93548E096954}"/>
          </ac:spMkLst>
        </pc:spChg>
        <pc:spChg chg="add del">
          <ac:chgData name="Alsaadawi, Adnan A" userId="0ef455d5-b8b5-4038-8543-79757a7095d7" providerId="ADAL" clId="{AFF17072-A3A1-4A50-9F08-F7BC94522E8C}" dt="2025-04-10T11:43:39.693" v="689" actId="26606"/>
          <ac:spMkLst>
            <pc:docMk/>
            <pc:sldMk cId="1789720469" sldId="268"/>
            <ac:spMk id="33" creationId="{4F7EBAE4-9945-4473-9E34-B2C66EA0F03D}"/>
          </ac:spMkLst>
        </pc:spChg>
        <pc:spChg chg="add del">
          <ac:chgData name="Alsaadawi, Adnan A" userId="0ef455d5-b8b5-4038-8543-79757a7095d7" providerId="ADAL" clId="{AFF17072-A3A1-4A50-9F08-F7BC94522E8C}" dt="2025-04-10T11:43:39.693" v="689" actId="26606"/>
          <ac:spMkLst>
            <pc:docMk/>
            <pc:sldMk cId="1789720469" sldId="268"/>
            <ac:spMk id="34" creationId="{70BEB1E7-2F88-40BC-B73D-42E5B6F80BFC}"/>
          </ac:spMkLst>
        </pc:spChg>
        <pc:spChg chg="add del">
          <ac:chgData name="Alsaadawi, Adnan A" userId="0ef455d5-b8b5-4038-8543-79757a7095d7" providerId="ADAL" clId="{AFF17072-A3A1-4A50-9F08-F7BC94522E8C}" dt="2025-04-10T11:43:39.693" v="689" actId="26606"/>
          <ac:spMkLst>
            <pc:docMk/>
            <pc:sldMk cId="1789720469" sldId="268"/>
            <ac:spMk id="35" creationId="{A7B99495-F43F-4D80-A44F-2CB4764EB90B}"/>
          </ac:spMkLst>
        </pc:spChg>
        <pc:graphicFrameChg chg="add del">
          <ac:chgData name="Alsaadawi, Adnan A" userId="0ef455d5-b8b5-4038-8543-79757a7095d7" providerId="ADAL" clId="{AFF17072-A3A1-4A50-9F08-F7BC94522E8C}" dt="2025-04-10T01:00:31.114" v="416" actId="26606"/>
          <ac:graphicFrameMkLst>
            <pc:docMk/>
            <pc:sldMk cId="1789720469" sldId="268"/>
            <ac:graphicFrameMk id="6" creationId="{CB2C0397-0D4F-B6B7-85C9-4ADA0FFE2460}"/>
          </ac:graphicFrameMkLst>
        </pc:graphicFrameChg>
        <pc:graphicFrameChg chg="add del">
          <ac:chgData name="Alsaadawi, Adnan A" userId="0ef455d5-b8b5-4038-8543-79757a7095d7" providerId="ADAL" clId="{AFF17072-A3A1-4A50-9F08-F7BC94522E8C}" dt="2025-04-10T01:00:41.202" v="418" actId="26606"/>
          <ac:graphicFrameMkLst>
            <pc:docMk/>
            <pc:sldMk cId="1789720469" sldId="268"/>
            <ac:graphicFrameMk id="18" creationId="{363F7A9E-930A-01A9-CBBD-ED2E573E343E}"/>
          </ac:graphicFrameMkLst>
        </pc:graphicFrameChg>
        <pc:graphicFrameChg chg="add mod modGraphic">
          <ac:chgData name="Alsaadawi, Adnan A" userId="0ef455d5-b8b5-4038-8543-79757a7095d7" providerId="ADAL" clId="{AFF17072-A3A1-4A50-9F08-F7BC94522E8C}" dt="2025-04-10T11:44:07.007" v="696" actId="26606"/>
          <ac:graphicFrameMkLst>
            <pc:docMk/>
            <pc:sldMk cId="1789720469" sldId="268"/>
            <ac:graphicFrameMk id="26" creationId="{34FBFB19-1A61-54A3-77F6-006796D960B9}"/>
          </ac:graphicFrameMkLst>
        </pc:graphicFrameChg>
        <pc:picChg chg="add mod">
          <ac:chgData name="Alsaadawi, Adnan A" userId="0ef455d5-b8b5-4038-8543-79757a7095d7" providerId="ADAL" clId="{AFF17072-A3A1-4A50-9F08-F7BC94522E8C}" dt="2025-04-10T11:44:07.007" v="696" actId="26606"/>
          <ac:picMkLst>
            <pc:docMk/>
            <pc:sldMk cId="1789720469" sldId="268"/>
            <ac:picMk id="7" creationId="{D9282A30-C187-1CF1-3E7D-4FEE8180AB5B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F269EF-AADD-4E8F-989A-40C684DE21F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B63A3AC-19F2-4A1F-BAC4-D227C8391C08}">
      <dgm:prSet/>
      <dgm:spPr/>
      <dgm:t>
        <a:bodyPr/>
        <a:lstStyle/>
        <a:p>
          <a:r>
            <a:rPr lang="en-GB" noProof="0" dirty="0"/>
            <a:t>Phishing is a major cyber threat</a:t>
          </a:r>
        </a:p>
      </dgm:t>
    </dgm:pt>
    <dgm:pt modelId="{2AC46380-9839-4C01-A1F6-FC5E11894C74}" type="parTrans" cxnId="{B3CED2E6-B848-4725-84B0-45D2C7B76E11}">
      <dgm:prSet/>
      <dgm:spPr/>
      <dgm:t>
        <a:bodyPr/>
        <a:lstStyle/>
        <a:p>
          <a:endParaRPr lang="en-US"/>
        </a:p>
      </dgm:t>
    </dgm:pt>
    <dgm:pt modelId="{3A5B6440-F71B-495F-84DB-FBE2092C10F7}" type="sibTrans" cxnId="{B3CED2E6-B848-4725-84B0-45D2C7B76E11}">
      <dgm:prSet/>
      <dgm:spPr/>
      <dgm:t>
        <a:bodyPr/>
        <a:lstStyle/>
        <a:p>
          <a:endParaRPr lang="en-GB" noProof="0" dirty="0"/>
        </a:p>
      </dgm:t>
    </dgm:pt>
    <dgm:pt modelId="{A2AAE557-7990-4591-8AEC-BF4A9BB3826C}">
      <dgm:prSet/>
      <dgm:spPr/>
      <dgm:t>
        <a:bodyPr/>
        <a:lstStyle/>
        <a:p>
          <a:r>
            <a:rPr lang="en-GB" noProof="0" dirty="0"/>
            <a:t>University students are vulnerable targets</a:t>
          </a:r>
        </a:p>
      </dgm:t>
    </dgm:pt>
    <dgm:pt modelId="{70E89A26-1BEA-4696-BF87-00BB725553E1}" type="parTrans" cxnId="{100289B6-03D2-4F84-BA46-99BAE2BF022B}">
      <dgm:prSet/>
      <dgm:spPr/>
      <dgm:t>
        <a:bodyPr/>
        <a:lstStyle/>
        <a:p>
          <a:endParaRPr lang="en-US"/>
        </a:p>
      </dgm:t>
    </dgm:pt>
    <dgm:pt modelId="{97402FD1-E94C-412A-A289-E8CD7A8D743B}" type="sibTrans" cxnId="{100289B6-03D2-4F84-BA46-99BAE2BF022B}">
      <dgm:prSet/>
      <dgm:spPr/>
      <dgm:t>
        <a:bodyPr/>
        <a:lstStyle/>
        <a:p>
          <a:endParaRPr lang="en-GB" noProof="0" dirty="0"/>
        </a:p>
      </dgm:t>
    </dgm:pt>
    <dgm:pt modelId="{43DF28C4-F71B-4BCB-B433-77EA3ED4BB12}">
      <dgm:prSet/>
      <dgm:spPr/>
      <dgm:t>
        <a:bodyPr/>
        <a:lstStyle/>
        <a:p>
          <a:r>
            <a:rPr lang="en-GB" noProof="0" dirty="0"/>
            <a:t>This project focuses on raising awareness</a:t>
          </a:r>
        </a:p>
      </dgm:t>
    </dgm:pt>
    <dgm:pt modelId="{956C0D3F-E086-4281-9520-FB50D742340D}" type="parTrans" cxnId="{702F34E6-D018-4990-9617-82FD7BEB74CC}">
      <dgm:prSet/>
      <dgm:spPr/>
      <dgm:t>
        <a:bodyPr/>
        <a:lstStyle/>
        <a:p>
          <a:endParaRPr lang="en-US"/>
        </a:p>
      </dgm:t>
    </dgm:pt>
    <dgm:pt modelId="{F69A0468-4F0C-44C6-99DC-8D5F7AEB2833}" type="sibTrans" cxnId="{702F34E6-D018-4990-9617-82FD7BEB74CC}">
      <dgm:prSet/>
      <dgm:spPr/>
      <dgm:t>
        <a:bodyPr/>
        <a:lstStyle/>
        <a:p>
          <a:endParaRPr lang="en-GB" noProof="0" dirty="0"/>
        </a:p>
      </dgm:t>
    </dgm:pt>
    <dgm:pt modelId="{C741643B-F884-4283-858F-BA9076A26043}">
      <dgm:prSet/>
      <dgm:spPr/>
      <dgm:t>
        <a:bodyPr/>
        <a:lstStyle/>
        <a:p>
          <a:r>
            <a:rPr lang="en-GB" noProof="0" dirty="0"/>
            <a:t>Simulations used to assess and improve resilience</a:t>
          </a:r>
        </a:p>
      </dgm:t>
    </dgm:pt>
    <dgm:pt modelId="{7FBA5985-D3D9-4BD5-952C-54F98A241678}" type="parTrans" cxnId="{9D587586-4F3B-491F-9CCC-348A0219E569}">
      <dgm:prSet/>
      <dgm:spPr/>
      <dgm:t>
        <a:bodyPr/>
        <a:lstStyle/>
        <a:p>
          <a:endParaRPr lang="en-US"/>
        </a:p>
      </dgm:t>
    </dgm:pt>
    <dgm:pt modelId="{6B7436FC-EA59-4D64-B965-86085A6B2B3B}" type="sibTrans" cxnId="{9D587586-4F3B-491F-9CCC-348A0219E569}">
      <dgm:prSet/>
      <dgm:spPr/>
      <dgm:t>
        <a:bodyPr/>
        <a:lstStyle/>
        <a:p>
          <a:endParaRPr lang="en-GB" noProof="0" dirty="0"/>
        </a:p>
      </dgm:t>
    </dgm:pt>
    <dgm:pt modelId="{02EED636-56A5-4AE1-8475-57A1C6679F9F}">
      <dgm:prSet/>
      <dgm:spPr/>
      <dgm:t>
        <a:bodyPr/>
        <a:lstStyle/>
        <a:p>
          <a:r>
            <a:rPr lang="en-GB" noProof="0" dirty="0"/>
            <a:t>The project is educational, practical, and measurable</a:t>
          </a:r>
        </a:p>
      </dgm:t>
    </dgm:pt>
    <dgm:pt modelId="{56FC6EA4-2F77-4B72-B9E3-21F2103C6C85}" type="parTrans" cxnId="{1ACBDCB7-CEA0-4F9C-A936-29ECFED62FB8}">
      <dgm:prSet/>
      <dgm:spPr/>
      <dgm:t>
        <a:bodyPr/>
        <a:lstStyle/>
        <a:p>
          <a:endParaRPr lang="en-US"/>
        </a:p>
      </dgm:t>
    </dgm:pt>
    <dgm:pt modelId="{6A3F5622-AB30-4FA9-85EC-E59A6E860147}" type="sibTrans" cxnId="{1ACBDCB7-CEA0-4F9C-A936-29ECFED62FB8}">
      <dgm:prSet/>
      <dgm:spPr/>
      <dgm:t>
        <a:bodyPr/>
        <a:lstStyle/>
        <a:p>
          <a:endParaRPr lang="en-US"/>
        </a:p>
      </dgm:t>
    </dgm:pt>
    <dgm:pt modelId="{F37DB448-EE76-4EC9-8B1E-FB3661A860A1}" type="pres">
      <dgm:prSet presAssocID="{E2F269EF-AADD-4E8F-989A-40C684DE21F9}" presName="outerComposite" presStyleCnt="0">
        <dgm:presLayoutVars>
          <dgm:chMax val="5"/>
          <dgm:dir/>
          <dgm:resizeHandles val="exact"/>
        </dgm:presLayoutVars>
      </dgm:prSet>
      <dgm:spPr/>
    </dgm:pt>
    <dgm:pt modelId="{29857698-04AC-4A44-AAFF-851BA05498AB}" type="pres">
      <dgm:prSet presAssocID="{E2F269EF-AADD-4E8F-989A-40C684DE21F9}" presName="dummyMaxCanvas" presStyleCnt="0">
        <dgm:presLayoutVars/>
      </dgm:prSet>
      <dgm:spPr/>
    </dgm:pt>
    <dgm:pt modelId="{EEE65480-8BAA-4473-B8CB-38AEAD5AE5E2}" type="pres">
      <dgm:prSet presAssocID="{E2F269EF-AADD-4E8F-989A-40C684DE21F9}" presName="FiveNodes_1" presStyleLbl="node1" presStyleIdx="0" presStyleCnt="5">
        <dgm:presLayoutVars>
          <dgm:bulletEnabled val="1"/>
        </dgm:presLayoutVars>
      </dgm:prSet>
      <dgm:spPr/>
    </dgm:pt>
    <dgm:pt modelId="{0C6D2695-85B0-4DA5-9A90-760624125023}" type="pres">
      <dgm:prSet presAssocID="{E2F269EF-AADD-4E8F-989A-40C684DE21F9}" presName="FiveNodes_2" presStyleLbl="node1" presStyleIdx="1" presStyleCnt="5">
        <dgm:presLayoutVars>
          <dgm:bulletEnabled val="1"/>
        </dgm:presLayoutVars>
      </dgm:prSet>
      <dgm:spPr/>
    </dgm:pt>
    <dgm:pt modelId="{8DAF24D1-8FEF-4DE5-8F1E-F5F9601C22B9}" type="pres">
      <dgm:prSet presAssocID="{E2F269EF-AADD-4E8F-989A-40C684DE21F9}" presName="FiveNodes_3" presStyleLbl="node1" presStyleIdx="2" presStyleCnt="5">
        <dgm:presLayoutVars>
          <dgm:bulletEnabled val="1"/>
        </dgm:presLayoutVars>
      </dgm:prSet>
      <dgm:spPr/>
    </dgm:pt>
    <dgm:pt modelId="{6B56E807-E6A6-4A0C-BDC9-FA2D274C0E29}" type="pres">
      <dgm:prSet presAssocID="{E2F269EF-AADD-4E8F-989A-40C684DE21F9}" presName="FiveNodes_4" presStyleLbl="node1" presStyleIdx="3" presStyleCnt="5">
        <dgm:presLayoutVars>
          <dgm:bulletEnabled val="1"/>
        </dgm:presLayoutVars>
      </dgm:prSet>
      <dgm:spPr/>
    </dgm:pt>
    <dgm:pt modelId="{58DB8AB5-A5C5-4EDE-835D-B1D6640AD5F7}" type="pres">
      <dgm:prSet presAssocID="{E2F269EF-AADD-4E8F-989A-40C684DE21F9}" presName="FiveNodes_5" presStyleLbl="node1" presStyleIdx="4" presStyleCnt="5">
        <dgm:presLayoutVars>
          <dgm:bulletEnabled val="1"/>
        </dgm:presLayoutVars>
      </dgm:prSet>
      <dgm:spPr/>
    </dgm:pt>
    <dgm:pt modelId="{6E690F7D-1C56-4C87-8710-483F9F6A1569}" type="pres">
      <dgm:prSet presAssocID="{E2F269EF-AADD-4E8F-989A-40C684DE21F9}" presName="FiveConn_1-2" presStyleLbl="fgAccFollowNode1" presStyleIdx="0" presStyleCnt="4">
        <dgm:presLayoutVars>
          <dgm:bulletEnabled val="1"/>
        </dgm:presLayoutVars>
      </dgm:prSet>
      <dgm:spPr/>
    </dgm:pt>
    <dgm:pt modelId="{A4F1750E-A636-4322-8264-EDFB3E081934}" type="pres">
      <dgm:prSet presAssocID="{E2F269EF-AADD-4E8F-989A-40C684DE21F9}" presName="FiveConn_2-3" presStyleLbl="fgAccFollowNode1" presStyleIdx="1" presStyleCnt="4">
        <dgm:presLayoutVars>
          <dgm:bulletEnabled val="1"/>
        </dgm:presLayoutVars>
      </dgm:prSet>
      <dgm:spPr/>
    </dgm:pt>
    <dgm:pt modelId="{0D52E616-365C-4C28-BEFD-3505864B2848}" type="pres">
      <dgm:prSet presAssocID="{E2F269EF-AADD-4E8F-989A-40C684DE21F9}" presName="FiveConn_3-4" presStyleLbl="fgAccFollowNode1" presStyleIdx="2" presStyleCnt="4">
        <dgm:presLayoutVars>
          <dgm:bulletEnabled val="1"/>
        </dgm:presLayoutVars>
      </dgm:prSet>
      <dgm:spPr/>
    </dgm:pt>
    <dgm:pt modelId="{2A0660FB-8EC1-4597-9088-D3AF0F23A5DA}" type="pres">
      <dgm:prSet presAssocID="{E2F269EF-AADD-4E8F-989A-40C684DE21F9}" presName="FiveConn_4-5" presStyleLbl="fgAccFollowNode1" presStyleIdx="3" presStyleCnt="4">
        <dgm:presLayoutVars>
          <dgm:bulletEnabled val="1"/>
        </dgm:presLayoutVars>
      </dgm:prSet>
      <dgm:spPr/>
    </dgm:pt>
    <dgm:pt modelId="{777358DF-2AA9-44BA-A7EE-BDD5358D0116}" type="pres">
      <dgm:prSet presAssocID="{E2F269EF-AADD-4E8F-989A-40C684DE21F9}" presName="FiveNodes_1_text" presStyleLbl="node1" presStyleIdx="4" presStyleCnt="5">
        <dgm:presLayoutVars>
          <dgm:bulletEnabled val="1"/>
        </dgm:presLayoutVars>
      </dgm:prSet>
      <dgm:spPr/>
    </dgm:pt>
    <dgm:pt modelId="{A5397F74-CDF1-4BE9-AB88-537071701B12}" type="pres">
      <dgm:prSet presAssocID="{E2F269EF-AADD-4E8F-989A-40C684DE21F9}" presName="FiveNodes_2_text" presStyleLbl="node1" presStyleIdx="4" presStyleCnt="5">
        <dgm:presLayoutVars>
          <dgm:bulletEnabled val="1"/>
        </dgm:presLayoutVars>
      </dgm:prSet>
      <dgm:spPr/>
    </dgm:pt>
    <dgm:pt modelId="{0FE7D709-4B48-418D-AB64-5D95267B046F}" type="pres">
      <dgm:prSet presAssocID="{E2F269EF-AADD-4E8F-989A-40C684DE21F9}" presName="FiveNodes_3_text" presStyleLbl="node1" presStyleIdx="4" presStyleCnt="5">
        <dgm:presLayoutVars>
          <dgm:bulletEnabled val="1"/>
        </dgm:presLayoutVars>
      </dgm:prSet>
      <dgm:spPr/>
    </dgm:pt>
    <dgm:pt modelId="{1E05BEB1-7630-4B73-BF92-FFF12349EE17}" type="pres">
      <dgm:prSet presAssocID="{E2F269EF-AADD-4E8F-989A-40C684DE21F9}" presName="FiveNodes_4_text" presStyleLbl="node1" presStyleIdx="4" presStyleCnt="5">
        <dgm:presLayoutVars>
          <dgm:bulletEnabled val="1"/>
        </dgm:presLayoutVars>
      </dgm:prSet>
      <dgm:spPr/>
    </dgm:pt>
    <dgm:pt modelId="{01908A50-C777-44F1-BA48-EAF08FBFD3F3}" type="pres">
      <dgm:prSet presAssocID="{E2F269EF-AADD-4E8F-989A-40C684DE21F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4EE4406-6F5D-4829-A303-C13121EFE302}" type="presOf" srcId="{F69A0468-4F0C-44C6-99DC-8D5F7AEB2833}" destId="{0D52E616-365C-4C28-BEFD-3505864B2848}" srcOrd="0" destOrd="0" presId="urn:microsoft.com/office/officeart/2005/8/layout/vProcess5"/>
    <dgm:cxn modelId="{236A6F06-3A5E-425D-840E-348806808CD4}" type="presOf" srcId="{4B63A3AC-19F2-4A1F-BAC4-D227C8391C08}" destId="{777358DF-2AA9-44BA-A7EE-BDD5358D0116}" srcOrd="1" destOrd="0" presId="urn:microsoft.com/office/officeart/2005/8/layout/vProcess5"/>
    <dgm:cxn modelId="{D8DF2F0C-E0AD-4CBF-9089-E37D3D8F1E3E}" type="presOf" srcId="{02EED636-56A5-4AE1-8475-57A1C6679F9F}" destId="{01908A50-C777-44F1-BA48-EAF08FBFD3F3}" srcOrd="1" destOrd="0" presId="urn:microsoft.com/office/officeart/2005/8/layout/vProcess5"/>
    <dgm:cxn modelId="{95414924-BE88-47B6-A119-9864529346A9}" type="presOf" srcId="{97402FD1-E94C-412A-A289-E8CD7A8D743B}" destId="{A4F1750E-A636-4322-8264-EDFB3E081934}" srcOrd="0" destOrd="0" presId="urn:microsoft.com/office/officeart/2005/8/layout/vProcess5"/>
    <dgm:cxn modelId="{357CAE25-5769-4C20-8DC7-BB1F90F13913}" type="presOf" srcId="{A2AAE557-7990-4591-8AEC-BF4A9BB3826C}" destId="{A5397F74-CDF1-4BE9-AB88-537071701B12}" srcOrd="1" destOrd="0" presId="urn:microsoft.com/office/officeart/2005/8/layout/vProcess5"/>
    <dgm:cxn modelId="{D1EE965E-0A4E-4A49-9F99-A8B837590291}" type="presOf" srcId="{02EED636-56A5-4AE1-8475-57A1C6679F9F}" destId="{58DB8AB5-A5C5-4EDE-835D-B1D6640AD5F7}" srcOrd="0" destOrd="0" presId="urn:microsoft.com/office/officeart/2005/8/layout/vProcess5"/>
    <dgm:cxn modelId="{988C6E4A-FF5F-4D89-85BC-0DCB5F5C5408}" type="presOf" srcId="{43DF28C4-F71B-4BCB-B433-77EA3ED4BB12}" destId="{0FE7D709-4B48-418D-AB64-5D95267B046F}" srcOrd="1" destOrd="0" presId="urn:microsoft.com/office/officeart/2005/8/layout/vProcess5"/>
    <dgm:cxn modelId="{DDCCD66F-C224-4476-A296-3415AD48F1CB}" type="presOf" srcId="{3A5B6440-F71B-495F-84DB-FBE2092C10F7}" destId="{6E690F7D-1C56-4C87-8710-483F9F6A1569}" srcOrd="0" destOrd="0" presId="urn:microsoft.com/office/officeart/2005/8/layout/vProcess5"/>
    <dgm:cxn modelId="{9DAC4D54-E942-4447-A915-A8CE0864636D}" type="presOf" srcId="{E2F269EF-AADD-4E8F-989A-40C684DE21F9}" destId="{F37DB448-EE76-4EC9-8B1E-FB3661A860A1}" srcOrd="0" destOrd="0" presId="urn:microsoft.com/office/officeart/2005/8/layout/vProcess5"/>
    <dgm:cxn modelId="{9D587586-4F3B-491F-9CCC-348A0219E569}" srcId="{E2F269EF-AADD-4E8F-989A-40C684DE21F9}" destId="{C741643B-F884-4283-858F-BA9076A26043}" srcOrd="3" destOrd="0" parTransId="{7FBA5985-D3D9-4BD5-952C-54F98A241678}" sibTransId="{6B7436FC-EA59-4D64-B965-86085A6B2B3B}"/>
    <dgm:cxn modelId="{1181E788-EE1A-41B3-B0E6-643B258D8D5A}" type="presOf" srcId="{43DF28C4-F71B-4BCB-B433-77EA3ED4BB12}" destId="{8DAF24D1-8FEF-4DE5-8F1E-F5F9601C22B9}" srcOrd="0" destOrd="0" presId="urn:microsoft.com/office/officeart/2005/8/layout/vProcess5"/>
    <dgm:cxn modelId="{5C1ADE8A-B310-42FA-AC38-488445AE781A}" type="presOf" srcId="{C741643B-F884-4283-858F-BA9076A26043}" destId="{6B56E807-E6A6-4A0C-BDC9-FA2D274C0E29}" srcOrd="0" destOrd="0" presId="urn:microsoft.com/office/officeart/2005/8/layout/vProcess5"/>
    <dgm:cxn modelId="{A05128A7-6EA9-4D2E-9AE3-8D51B4C986F3}" type="presOf" srcId="{4B63A3AC-19F2-4A1F-BAC4-D227C8391C08}" destId="{EEE65480-8BAA-4473-B8CB-38AEAD5AE5E2}" srcOrd="0" destOrd="0" presId="urn:microsoft.com/office/officeart/2005/8/layout/vProcess5"/>
    <dgm:cxn modelId="{C9A8C1AF-4584-4494-9B00-A3D4AA89BBD4}" type="presOf" srcId="{C741643B-F884-4283-858F-BA9076A26043}" destId="{1E05BEB1-7630-4B73-BF92-FFF12349EE17}" srcOrd="1" destOrd="0" presId="urn:microsoft.com/office/officeart/2005/8/layout/vProcess5"/>
    <dgm:cxn modelId="{100289B6-03D2-4F84-BA46-99BAE2BF022B}" srcId="{E2F269EF-AADD-4E8F-989A-40C684DE21F9}" destId="{A2AAE557-7990-4591-8AEC-BF4A9BB3826C}" srcOrd="1" destOrd="0" parTransId="{70E89A26-1BEA-4696-BF87-00BB725553E1}" sibTransId="{97402FD1-E94C-412A-A289-E8CD7A8D743B}"/>
    <dgm:cxn modelId="{1ACBDCB7-CEA0-4F9C-A936-29ECFED62FB8}" srcId="{E2F269EF-AADD-4E8F-989A-40C684DE21F9}" destId="{02EED636-56A5-4AE1-8475-57A1C6679F9F}" srcOrd="4" destOrd="0" parTransId="{56FC6EA4-2F77-4B72-B9E3-21F2103C6C85}" sibTransId="{6A3F5622-AB30-4FA9-85EC-E59A6E860147}"/>
    <dgm:cxn modelId="{E1F6D3C5-2349-4A77-83A1-3EEE271D5242}" type="presOf" srcId="{A2AAE557-7990-4591-8AEC-BF4A9BB3826C}" destId="{0C6D2695-85B0-4DA5-9A90-760624125023}" srcOrd="0" destOrd="0" presId="urn:microsoft.com/office/officeart/2005/8/layout/vProcess5"/>
    <dgm:cxn modelId="{B6C183D8-7D94-4EF4-99C5-62A5E92C3A85}" type="presOf" srcId="{6B7436FC-EA59-4D64-B965-86085A6B2B3B}" destId="{2A0660FB-8EC1-4597-9088-D3AF0F23A5DA}" srcOrd="0" destOrd="0" presId="urn:microsoft.com/office/officeart/2005/8/layout/vProcess5"/>
    <dgm:cxn modelId="{702F34E6-D018-4990-9617-82FD7BEB74CC}" srcId="{E2F269EF-AADD-4E8F-989A-40C684DE21F9}" destId="{43DF28C4-F71B-4BCB-B433-77EA3ED4BB12}" srcOrd="2" destOrd="0" parTransId="{956C0D3F-E086-4281-9520-FB50D742340D}" sibTransId="{F69A0468-4F0C-44C6-99DC-8D5F7AEB2833}"/>
    <dgm:cxn modelId="{B3CED2E6-B848-4725-84B0-45D2C7B76E11}" srcId="{E2F269EF-AADD-4E8F-989A-40C684DE21F9}" destId="{4B63A3AC-19F2-4A1F-BAC4-D227C8391C08}" srcOrd="0" destOrd="0" parTransId="{2AC46380-9839-4C01-A1F6-FC5E11894C74}" sibTransId="{3A5B6440-F71B-495F-84DB-FBE2092C10F7}"/>
    <dgm:cxn modelId="{9D7D688C-5677-4112-8427-C7161FDC72AF}" type="presParOf" srcId="{F37DB448-EE76-4EC9-8B1E-FB3661A860A1}" destId="{29857698-04AC-4A44-AAFF-851BA05498AB}" srcOrd="0" destOrd="0" presId="urn:microsoft.com/office/officeart/2005/8/layout/vProcess5"/>
    <dgm:cxn modelId="{41FA23A1-953A-433D-9176-56E6AF25B85E}" type="presParOf" srcId="{F37DB448-EE76-4EC9-8B1E-FB3661A860A1}" destId="{EEE65480-8BAA-4473-B8CB-38AEAD5AE5E2}" srcOrd="1" destOrd="0" presId="urn:microsoft.com/office/officeart/2005/8/layout/vProcess5"/>
    <dgm:cxn modelId="{74312CB3-7976-4EFE-9943-D4C6C7B219BB}" type="presParOf" srcId="{F37DB448-EE76-4EC9-8B1E-FB3661A860A1}" destId="{0C6D2695-85B0-4DA5-9A90-760624125023}" srcOrd="2" destOrd="0" presId="urn:microsoft.com/office/officeart/2005/8/layout/vProcess5"/>
    <dgm:cxn modelId="{9FDF9AD4-41CE-4CC8-9B41-F604B6EBD27D}" type="presParOf" srcId="{F37DB448-EE76-4EC9-8B1E-FB3661A860A1}" destId="{8DAF24D1-8FEF-4DE5-8F1E-F5F9601C22B9}" srcOrd="3" destOrd="0" presId="urn:microsoft.com/office/officeart/2005/8/layout/vProcess5"/>
    <dgm:cxn modelId="{E124540A-2E8B-41E4-8514-0C79416991D4}" type="presParOf" srcId="{F37DB448-EE76-4EC9-8B1E-FB3661A860A1}" destId="{6B56E807-E6A6-4A0C-BDC9-FA2D274C0E29}" srcOrd="4" destOrd="0" presId="urn:microsoft.com/office/officeart/2005/8/layout/vProcess5"/>
    <dgm:cxn modelId="{76101EFD-0840-49AE-BFD8-074C57CE8E28}" type="presParOf" srcId="{F37DB448-EE76-4EC9-8B1E-FB3661A860A1}" destId="{58DB8AB5-A5C5-4EDE-835D-B1D6640AD5F7}" srcOrd="5" destOrd="0" presId="urn:microsoft.com/office/officeart/2005/8/layout/vProcess5"/>
    <dgm:cxn modelId="{8FEB0056-FAE5-49EA-AB25-9D2751FA7944}" type="presParOf" srcId="{F37DB448-EE76-4EC9-8B1E-FB3661A860A1}" destId="{6E690F7D-1C56-4C87-8710-483F9F6A1569}" srcOrd="6" destOrd="0" presId="urn:microsoft.com/office/officeart/2005/8/layout/vProcess5"/>
    <dgm:cxn modelId="{0C69FCAA-0149-41E2-A08F-E5E8B21CA8ED}" type="presParOf" srcId="{F37DB448-EE76-4EC9-8B1E-FB3661A860A1}" destId="{A4F1750E-A636-4322-8264-EDFB3E081934}" srcOrd="7" destOrd="0" presId="urn:microsoft.com/office/officeart/2005/8/layout/vProcess5"/>
    <dgm:cxn modelId="{F3526909-1B2E-459F-A0EC-1E37E3F7D3C6}" type="presParOf" srcId="{F37DB448-EE76-4EC9-8B1E-FB3661A860A1}" destId="{0D52E616-365C-4C28-BEFD-3505864B2848}" srcOrd="8" destOrd="0" presId="urn:microsoft.com/office/officeart/2005/8/layout/vProcess5"/>
    <dgm:cxn modelId="{7964139E-123B-4AAC-96F1-05CB141F52B9}" type="presParOf" srcId="{F37DB448-EE76-4EC9-8B1E-FB3661A860A1}" destId="{2A0660FB-8EC1-4597-9088-D3AF0F23A5DA}" srcOrd="9" destOrd="0" presId="urn:microsoft.com/office/officeart/2005/8/layout/vProcess5"/>
    <dgm:cxn modelId="{624D3D09-5ACC-43C0-BE29-CC1A8987CC39}" type="presParOf" srcId="{F37DB448-EE76-4EC9-8B1E-FB3661A860A1}" destId="{777358DF-2AA9-44BA-A7EE-BDD5358D0116}" srcOrd="10" destOrd="0" presId="urn:microsoft.com/office/officeart/2005/8/layout/vProcess5"/>
    <dgm:cxn modelId="{E9380D15-00C8-4324-BDBD-96ACD13D14BA}" type="presParOf" srcId="{F37DB448-EE76-4EC9-8B1E-FB3661A860A1}" destId="{A5397F74-CDF1-4BE9-AB88-537071701B12}" srcOrd="11" destOrd="0" presId="urn:microsoft.com/office/officeart/2005/8/layout/vProcess5"/>
    <dgm:cxn modelId="{BE021119-88E5-4B3C-B579-07FECCC93052}" type="presParOf" srcId="{F37DB448-EE76-4EC9-8B1E-FB3661A860A1}" destId="{0FE7D709-4B48-418D-AB64-5D95267B046F}" srcOrd="12" destOrd="0" presId="urn:microsoft.com/office/officeart/2005/8/layout/vProcess5"/>
    <dgm:cxn modelId="{17815C3B-440D-4384-AEA4-4A3FF0A5D19E}" type="presParOf" srcId="{F37DB448-EE76-4EC9-8B1E-FB3661A860A1}" destId="{1E05BEB1-7630-4B73-BF92-FFF12349EE17}" srcOrd="13" destOrd="0" presId="urn:microsoft.com/office/officeart/2005/8/layout/vProcess5"/>
    <dgm:cxn modelId="{CFF441BD-775E-4B99-9F5C-C8CD318AB029}" type="presParOf" srcId="{F37DB448-EE76-4EC9-8B1E-FB3661A860A1}" destId="{01908A50-C777-44F1-BA48-EAF08FBFD3F3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40EEE8-49E7-4E66-B45D-EC477093FD7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B2B1E82-4B28-48C4-B5B3-A17267956D5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i="0" baseline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GoPhish</a:t>
          </a:r>
          <a:r>
            <a:rPr lang="en-US" sz="14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used to design and deploy the phishing campaign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F1432A7-42A0-4D67-8A27-EB09F62A1DD6}" type="parTrans" cxnId="{8CDEDD17-820E-4C0D-B276-F7F7F3DAABC5}">
      <dgm:prSet/>
      <dgm:spPr/>
      <dgm:t>
        <a:bodyPr/>
        <a:lstStyle/>
        <a:p>
          <a:endParaRPr lang="en-US"/>
        </a:p>
      </dgm:t>
    </dgm:pt>
    <dgm:pt modelId="{23FBB14F-8D26-45C7-9858-9EB03A3CD8C9}" type="sibTrans" cxnId="{8CDEDD17-820E-4C0D-B276-F7F7F3DAABC5}">
      <dgm:prSet/>
      <dgm:spPr/>
      <dgm:t>
        <a:bodyPr/>
        <a:lstStyle/>
        <a:p>
          <a:endParaRPr lang="en-US"/>
        </a:p>
      </dgm:t>
    </dgm:pt>
    <dgm:pt modelId="{8F725B26-CABB-4B0F-AFAA-FFF5DA0D13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i="0" baseline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Mailgun</a:t>
          </a:r>
          <a:r>
            <a:rPr lang="en-US" sz="14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provided secure email delivery via authenticated domain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69AD784-3B58-4617-A019-3C6A46922408}" type="parTrans" cxnId="{1EE4F526-29D5-4EBD-A3FF-267239BB46A0}">
      <dgm:prSet/>
      <dgm:spPr/>
      <dgm:t>
        <a:bodyPr/>
        <a:lstStyle/>
        <a:p>
          <a:endParaRPr lang="en-US"/>
        </a:p>
      </dgm:t>
    </dgm:pt>
    <dgm:pt modelId="{4CA00A7C-706A-4CA7-AEA7-080D9543A71C}" type="sibTrans" cxnId="{1EE4F526-29D5-4EBD-A3FF-267239BB46A0}">
      <dgm:prSet/>
      <dgm:spPr/>
      <dgm:t>
        <a:bodyPr/>
        <a:lstStyle/>
        <a:p>
          <a:endParaRPr lang="en-US"/>
        </a:p>
      </dgm:t>
    </dgm:pt>
    <dgm:pt modelId="{1E6A1AD6-6A57-4792-A710-5B5FAAD9E6D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Landing and redirect pages were built using </a:t>
          </a:r>
          <a:r>
            <a:rPr lang="en-US" sz="1400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HTML/CSS</a:t>
          </a:r>
          <a:endParaRPr lang="en-US" sz="14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1EDEE85-7777-42DD-9C97-1DB4FD4773C7}" type="parTrans" cxnId="{944C4040-195B-4E24-AB16-3445DDAD727E}">
      <dgm:prSet/>
      <dgm:spPr/>
      <dgm:t>
        <a:bodyPr/>
        <a:lstStyle/>
        <a:p>
          <a:endParaRPr lang="en-US"/>
        </a:p>
      </dgm:t>
    </dgm:pt>
    <dgm:pt modelId="{8942BB14-490A-4139-91CA-7CF9999E2427}" type="sibTrans" cxnId="{944C4040-195B-4E24-AB16-3445DDAD727E}">
      <dgm:prSet/>
      <dgm:spPr/>
      <dgm:t>
        <a:bodyPr/>
        <a:lstStyle/>
        <a:p>
          <a:endParaRPr lang="en-US"/>
        </a:p>
      </dgm:t>
    </dgm:pt>
    <dgm:pt modelId="{17CA4024-3108-4A60-956F-8FECF88F043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Hosted the simulation on </a:t>
          </a:r>
          <a:r>
            <a:rPr lang="en-US" sz="1400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 </a:t>
          </a:r>
          <a:r>
            <a:rPr lang="en-US" sz="1400" b="1" i="0" baseline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DigitalOcean</a:t>
          </a:r>
          <a:r>
            <a:rPr lang="en-US" sz="1400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4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VPS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942B0C3-E111-44F4-B4C5-F59E7A721609}" type="parTrans" cxnId="{EA00907B-F345-4574-AF03-E41B9F464D5D}">
      <dgm:prSet/>
      <dgm:spPr/>
      <dgm:t>
        <a:bodyPr/>
        <a:lstStyle/>
        <a:p>
          <a:endParaRPr lang="en-US"/>
        </a:p>
      </dgm:t>
    </dgm:pt>
    <dgm:pt modelId="{7E69217B-BE5E-4A84-829E-B8FD4F88E258}" type="sibTrans" cxnId="{EA00907B-F345-4574-AF03-E41B9F464D5D}">
      <dgm:prSet/>
      <dgm:spPr/>
      <dgm:t>
        <a:bodyPr/>
        <a:lstStyle/>
        <a:p>
          <a:endParaRPr lang="en-US"/>
        </a:p>
      </dgm:t>
    </dgm:pt>
    <dgm:pt modelId="{314FCBE1-95B3-440D-B103-BEB2543DFC8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Pre- and post-simulation </a:t>
          </a:r>
          <a:r>
            <a:rPr lang="en-US" sz="1400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surveys</a:t>
          </a:r>
          <a:r>
            <a:rPr lang="en-US" sz="14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were created in Google Forms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9C21A82-C630-448E-B8B8-48C7A2F234A9}" type="parTrans" cxnId="{5E2D83CE-D54D-4EAC-A277-93A8B17FF35C}">
      <dgm:prSet/>
      <dgm:spPr/>
      <dgm:t>
        <a:bodyPr/>
        <a:lstStyle/>
        <a:p>
          <a:endParaRPr lang="en-US"/>
        </a:p>
      </dgm:t>
    </dgm:pt>
    <dgm:pt modelId="{B39CBCB2-DA19-4F5F-841C-5C94885FF96D}" type="sibTrans" cxnId="{5E2D83CE-D54D-4EAC-A277-93A8B17FF35C}">
      <dgm:prSet/>
      <dgm:spPr/>
      <dgm:t>
        <a:bodyPr/>
        <a:lstStyle/>
        <a:p>
          <a:endParaRPr lang="en-US"/>
        </a:p>
      </dgm:t>
    </dgm:pt>
    <dgm:pt modelId="{EE8CE4F3-FE70-4229-83F8-A46A70031B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Target Audience:  University </a:t>
          </a:r>
          <a:r>
            <a:rPr lang="en-US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Students</a:t>
          </a:r>
          <a:endParaRPr lang="en-US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C3B9593-8A46-4E13-BEE9-DA8CB713DD44}" type="parTrans" cxnId="{61DA8AE8-12D5-47E0-A00B-20E685B3EE9D}">
      <dgm:prSet/>
      <dgm:spPr/>
      <dgm:t>
        <a:bodyPr/>
        <a:lstStyle/>
        <a:p>
          <a:endParaRPr lang="en-US"/>
        </a:p>
      </dgm:t>
    </dgm:pt>
    <dgm:pt modelId="{0CDFB7B3-3F1A-47F5-96ED-8078D24F0FE8}" type="sibTrans" cxnId="{61DA8AE8-12D5-47E0-A00B-20E685B3EE9D}">
      <dgm:prSet/>
      <dgm:spPr/>
      <dgm:t>
        <a:bodyPr/>
        <a:lstStyle/>
        <a:p>
          <a:endParaRPr lang="en-US"/>
        </a:p>
      </dgm:t>
    </dgm:pt>
    <dgm:pt modelId="{A4B00B97-D6FD-498B-9B03-CEE1AF68BE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was </a:t>
          </a:r>
          <a:r>
            <a:rPr lang="en-US" b="1" i="0" baseline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anonymised</a:t>
          </a:r>
          <a:r>
            <a:rPr lang="en-US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; no real credentials stored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E129DB1-A7D8-4CDC-A6DB-8DF3FD22F45C}" type="parTrans" cxnId="{F79CECE5-13E4-4E0B-A12F-31C5B28E70A1}">
      <dgm:prSet/>
      <dgm:spPr/>
      <dgm:t>
        <a:bodyPr/>
        <a:lstStyle/>
        <a:p>
          <a:endParaRPr lang="en-US"/>
        </a:p>
      </dgm:t>
    </dgm:pt>
    <dgm:pt modelId="{1D3829F7-178D-4CCC-BDDB-DD48D8F340C2}" type="sibTrans" cxnId="{F79CECE5-13E4-4E0B-A12F-31C5B28E70A1}">
      <dgm:prSet/>
      <dgm:spPr/>
      <dgm:t>
        <a:bodyPr/>
        <a:lstStyle/>
        <a:p>
          <a:endParaRPr lang="en-US"/>
        </a:p>
      </dgm:t>
    </dgm:pt>
    <dgm:pt modelId="{C5933325-47EA-4E49-8A3C-DBAA263253A2}" type="pres">
      <dgm:prSet presAssocID="{8A40EEE8-49E7-4E66-B45D-EC477093FD73}" presName="root" presStyleCnt="0">
        <dgm:presLayoutVars>
          <dgm:dir/>
          <dgm:resizeHandles val="exact"/>
        </dgm:presLayoutVars>
      </dgm:prSet>
      <dgm:spPr/>
    </dgm:pt>
    <dgm:pt modelId="{2418173A-48B6-4C55-A164-03D8536AF8DF}" type="pres">
      <dgm:prSet presAssocID="{AB2B1E82-4B28-48C4-B5B3-A17267956D59}" presName="compNode" presStyleCnt="0"/>
      <dgm:spPr/>
    </dgm:pt>
    <dgm:pt modelId="{9BC188FB-FCCB-4BF9-B9A8-8E20D23CAF4C}" type="pres">
      <dgm:prSet presAssocID="{AB2B1E82-4B28-48C4-B5B3-A17267956D59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F30658BA-7C9A-4B1A-A062-CE000DFD9C22}" type="pres">
      <dgm:prSet presAssocID="{AB2B1E82-4B28-48C4-B5B3-A17267956D59}" presName="spaceRect" presStyleCnt="0"/>
      <dgm:spPr/>
    </dgm:pt>
    <dgm:pt modelId="{41478CDB-857E-4934-AE56-63CE9C0E747D}" type="pres">
      <dgm:prSet presAssocID="{AB2B1E82-4B28-48C4-B5B3-A17267956D59}" presName="textRect" presStyleLbl="revTx" presStyleIdx="0" presStyleCnt="7">
        <dgm:presLayoutVars>
          <dgm:chMax val="1"/>
          <dgm:chPref val="1"/>
        </dgm:presLayoutVars>
      </dgm:prSet>
      <dgm:spPr/>
    </dgm:pt>
    <dgm:pt modelId="{29EBF81C-E3F0-44D3-8C16-D8A766C30AE8}" type="pres">
      <dgm:prSet presAssocID="{23FBB14F-8D26-45C7-9858-9EB03A3CD8C9}" presName="sibTrans" presStyleCnt="0"/>
      <dgm:spPr/>
    </dgm:pt>
    <dgm:pt modelId="{3B0DDB63-1D8B-4BD0-9366-EED95EED8D65}" type="pres">
      <dgm:prSet presAssocID="{8F725B26-CABB-4B0F-AFAA-FFF5DA0D1370}" presName="compNode" presStyleCnt="0"/>
      <dgm:spPr/>
    </dgm:pt>
    <dgm:pt modelId="{64859741-621B-4F8B-AFBC-AF6B17B48214}" type="pres">
      <dgm:prSet presAssocID="{8F725B26-CABB-4B0F-AFAA-FFF5DA0D1370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C19F535-8E4C-47E7-B7D4-568558E11DB9}" type="pres">
      <dgm:prSet presAssocID="{8F725B26-CABB-4B0F-AFAA-FFF5DA0D1370}" presName="spaceRect" presStyleCnt="0"/>
      <dgm:spPr/>
    </dgm:pt>
    <dgm:pt modelId="{CC0C1AD0-E63F-4CA7-9A9F-69620507DD4C}" type="pres">
      <dgm:prSet presAssocID="{8F725B26-CABB-4B0F-AFAA-FFF5DA0D1370}" presName="textRect" presStyleLbl="revTx" presStyleIdx="1" presStyleCnt="7">
        <dgm:presLayoutVars>
          <dgm:chMax val="1"/>
          <dgm:chPref val="1"/>
        </dgm:presLayoutVars>
      </dgm:prSet>
      <dgm:spPr/>
    </dgm:pt>
    <dgm:pt modelId="{F9264D02-CC18-42D4-915E-8C0B68EFDBBB}" type="pres">
      <dgm:prSet presAssocID="{4CA00A7C-706A-4CA7-AEA7-080D9543A71C}" presName="sibTrans" presStyleCnt="0"/>
      <dgm:spPr/>
    </dgm:pt>
    <dgm:pt modelId="{2E815F47-BE00-4633-BC6E-42CB446C281B}" type="pres">
      <dgm:prSet presAssocID="{1E6A1AD6-6A57-4792-A710-5B5FAAD9E6DA}" presName="compNode" presStyleCnt="0"/>
      <dgm:spPr/>
    </dgm:pt>
    <dgm:pt modelId="{3451869A-327C-45CF-8BE1-B0D973F5BDB3}" type="pres">
      <dgm:prSet presAssocID="{1E6A1AD6-6A57-4792-A710-5B5FAAD9E6D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E8045AF-24FD-4C2E-9CFC-4A887BD2C50E}" type="pres">
      <dgm:prSet presAssocID="{1E6A1AD6-6A57-4792-A710-5B5FAAD9E6DA}" presName="spaceRect" presStyleCnt="0"/>
      <dgm:spPr/>
    </dgm:pt>
    <dgm:pt modelId="{110BC7DA-091F-4038-A742-B51E72B0B889}" type="pres">
      <dgm:prSet presAssocID="{1E6A1AD6-6A57-4792-A710-5B5FAAD9E6DA}" presName="textRect" presStyleLbl="revTx" presStyleIdx="2" presStyleCnt="7">
        <dgm:presLayoutVars>
          <dgm:chMax val="1"/>
          <dgm:chPref val="1"/>
        </dgm:presLayoutVars>
      </dgm:prSet>
      <dgm:spPr/>
    </dgm:pt>
    <dgm:pt modelId="{1DE3303A-8B70-4DB5-8AF2-2ED05FA2E92B}" type="pres">
      <dgm:prSet presAssocID="{8942BB14-490A-4139-91CA-7CF9999E2427}" presName="sibTrans" presStyleCnt="0"/>
      <dgm:spPr/>
    </dgm:pt>
    <dgm:pt modelId="{1406D7DF-B21A-48DC-B4DB-B17AAF2A46F9}" type="pres">
      <dgm:prSet presAssocID="{17CA4024-3108-4A60-956F-8FECF88F043D}" presName="compNode" presStyleCnt="0"/>
      <dgm:spPr/>
    </dgm:pt>
    <dgm:pt modelId="{75824F17-5E49-4AD4-B504-D02DF55880DF}" type="pres">
      <dgm:prSet presAssocID="{17CA4024-3108-4A60-956F-8FECF88F043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A35B24A-7B6D-42DB-BBCF-DF004043D85D}" type="pres">
      <dgm:prSet presAssocID="{17CA4024-3108-4A60-956F-8FECF88F043D}" presName="spaceRect" presStyleCnt="0"/>
      <dgm:spPr/>
    </dgm:pt>
    <dgm:pt modelId="{D082E8C2-7DA7-42A7-923D-682155992626}" type="pres">
      <dgm:prSet presAssocID="{17CA4024-3108-4A60-956F-8FECF88F043D}" presName="textRect" presStyleLbl="revTx" presStyleIdx="3" presStyleCnt="7">
        <dgm:presLayoutVars>
          <dgm:chMax val="1"/>
          <dgm:chPref val="1"/>
        </dgm:presLayoutVars>
      </dgm:prSet>
      <dgm:spPr/>
    </dgm:pt>
    <dgm:pt modelId="{9FE20E88-68A2-4DA7-A4C0-718894871238}" type="pres">
      <dgm:prSet presAssocID="{7E69217B-BE5E-4A84-829E-B8FD4F88E258}" presName="sibTrans" presStyleCnt="0"/>
      <dgm:spPr/>
    </dgm:pt>
    <dgm:pt modelId="{A567667C-7F7A-4D91-B7A1-23B8BF76C68D}" type="pres">
      <dgm:prSet presAssocID="{314FCBE1-95B3-440D-B103-BEB2543DFC8B}" presName="compNode" presStyleCnt="0"/>
      <dgm:spPr/>
    </dgm:pt>
    <dgm:pt modelId="{E57D42AE-3D41-4222-BEAD-45C83B1DEE1A}" type="pres">
      <dgm:prSet presAssocID="{314FCBE1-95B3-440D-B103-BEB2543DFC8B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AD16E4C-7D4B-4187-97F7-96961B030EF9}" type="pres">
      <dgm:prSet presAssocID="{314FCBE1-95B3-440D-B103-BEB2543DFC8B}" presName="spaceRect" presStyleCnt="0"/>
      <dgm:spPr/>
    </dgm:pt>
    <dgm:pt modelId="{E5268F1A-A6D9-4432-9263-710F172ADC6E}" type="pres">
      <dgm:prSet presAssocID="{314FCBE1-95B3-440D-B103-BEB2543DFC8B}" presName="textRect" presStyleLbl="revTx" presStyleIdx="4" presStyleCnt="7">
        <dgm:presLayoutVars>
          <dgm:chMax val="1"/>
          <dgm:chPref val="1"/>
        </dgm:presLayoutVars>
      </dgm:prSet>
      <dgm:spPr/>
    </dgm:pt>
    <dgm:pt modelId="{A6141208-9F74-4EA5-A16D-C0F6BDC25C9A}" type="pres">
      <dgm:prSet presAssocID="{B39CBCB2-DA19-4F5F-841C-5C94885FF96D}" presName="sibTrans" presStyleCnt="0"/>
      <dgm:spPr/>
    </dgm:pt>
    <dgm:pt modelId="{2E30BC27-5D00-494E-8E88-3CC5B496EAF3}" type="pres">
      <dgm:prSet presAssocID="{EE8CE4F3-FE70-4229-83F8-A46A70031B21}" presName="compNode" presStyleCnt="0"/>
      <dgm:spPr/>
    </dgm:pt>
    <dgm:pt modelId="{3DBAD719-A0DE-4BB4-840C-6BBA5B395AEE}" type="pres">
      <dgm:prSet presAssocID="{EE8CE4F3-FE70-4229-83F8-A46A70031B2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0F205728-A3B7-4540-ABB5-98623B39624D}" type="pres">
      <dgm:prSet presAssocID="{EE8CE4F3-FE70-4229-83F8-A46A70031B21}" presName="spaceRect" presStyleCnt="0"/>
      <dgm:spPr/>
    </dgm:pt>
    <dgm:pt modelId="{0DB3FBC3-FCED-4B72-948A-D20A37605166}" type="pres">
      <dgm:prSet presAssocID="{EE8CE4F3-FE70-4229-83F8-A46A70031B21}" presName="textRect" presStyleLbl="revTx" presStyleIdx="5" presStyleCnt="7">
        <dgm:presLayoutVars>
          <dgm:chMax val="1"/>
          <dgm:chPref val="1"/>
        </dgm:presLayoutVars>
      </dgm:prSet>
      <dgm:spPr/>
    </dgm:pt>
    <dgm:pt modelId="{55761284-3F40-432B-9DFB-18D95E3AABA9}" type="pres">
      <dgm:prSet presAssocID="{0CDFB7B3-3F1A-47F5-96ED-8078D24F0FE8}" presName="sibTrans" presStyleCnt="0"/>
      <dgm:spPr/>
    </dgm:pt>
    <dgm:pt modelId="{78C7C3FE-A34F-4FAF-9C11-7958C4D3B8CD}" type="pres">
      <dgm:prSet presAssocID="{A4B00B97-D6FD-498B-9B03-CEE1AF68BEC9}" presName="compNode" presStyleCnt="0"/>
      <dgm:spPr/>
    </dgm:pt>
    <dgm:pt modelId="{3371A9F4-4DA2-4AC6-8045-60B57CEF1309}" type="pres">
      <dgm:prSet presAssocID="{A4B00B97-D6FD-498B-9B03-CEE1AF68BEC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DD9C89C-DAA8-480E-A3E9-C4E380D9AC17}" type="pres">
      <dgm:prSet presAssocID="{A4B00B97-D6FD-498B-9B03-CEE1AF68BEC9}" presName="spaceRect" presStyleCnt="0"/>
      <dgm:spPr/>
    </dgm:pt>
    <dgm:pt modelId="{073D5AF2-0DD8-4385-9CE0-A1793F9BA75C}" type="pres">
      <dgm:prSet presAssocID="{A4B00B97-D6FD-498B-9B03-CEE1AF68BEC9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F6C46D09-7B3D-43C0-8B31-AAE7A5FD83F8}" type="presOf" srcId="{A4B00B97-D6FD-498B-9B03-CEE1AF68BEC9}" destId="{073D5AF2-0DD8-4385-9CE0-A1793F9BA75C}" srcOrd="0" destOrd="0" presId="urn:microsoft.com/office/officeart/2018/2/layout/IconLabelList"/>
    <dgm:cxn modelId="{8CDEDD17-820E-4C0D-B276-F7F7F3DAABC5}" srcId="{8A40EEE8-49E7-4E66-B45D-EC477093FD73}" destId="{AB2B1E82-4B28-48C4-B5B3-A17267956D59}" srcOrd="0" destOrd="0" parTransId="{5F1432A7-42A0-4D67-8A27-EB09F62A1DD6}" sibTransId="{23FBB14F-8D26-45C7-9858-9EB03A3CD8C9}"/>
    <dgm:cxn modelId="{1EE4F526-29D5-4EBD-A3FF-267239BB46A0}" srcId="{8A40EEE8-49E7-4E66-B45D-EC477093FD73}" destId="{8F725B26-CABB-4B0F-AFAA-FFF5DA0D1370}" srcOrd="1" destOrd="0" parTransId="{C69AD784-3B58-4617-A019-3C6A46922408}" sibTransId="{4CA00A7C-706A-4CA7-AEA7-080D9543A71C}"/>
    <dgm:cxn modelId="{0B7C7129-7BD5-480B-968E-77CB398705E4}" type="presOf" srcId="{AB2B1E82-4B28-48C4-B5B3-A17267956D59}" destId="{41478CDB-857E-4934-AE56-63CE9C0E747D}" srcOrd="0" destOrd="0" presId="urn:microsoft.com/office/officeart/2018/2/layout/IconLabelList"/>
    <dgm:cxn modelId="{944C4040-195B-4E24-AB16-3445DDAD727E}" srcId="{8A40EEE8-49E7-4E66-B45D-EC477093FD73}" destId="{1E6A1AD6-6A57-4792-A710-5B5FAAD9E6DA}" srcOrd="2" destOrd="0" parTransId="{01EDEE85-7777-42DD-9C97-1DB4FD4773C7}" sibTransId="{8942BB14-490A-4139-91CA-7CF9999E2427}"/>
    <dgm:cxn modelId="{B45C4667-7168-49FE-973C-089F4666F876}" type="presOf" srcId="{1E6A1AD6-6A57-4792-A710-5B5FAAD9E6DA}" destId="{110BC7DA-091F-4038-A742-B51E72B0B889}" srcOrd="0" destOrd="0" presId="urn:microsoft.com/office/officeart/2018/2/layout/IconLabelList"/>
    <dgm:cxn modelId="{85797749-1BFC-4B74-A808-A01AEE3C7BD5}" type="presOf" srcId="{EE8CE4F3-FE70-4229-83F8-A46A70031B21}" destId="{0DB3FBC3-FCED-4B72-948A-D20A37605166}" srcOrd="0" destOrd="0" presId="urn:microsoft.com/office/officeart/2018/2/layout/IconLabelList"/>
    <dgm:cxn modelId="{EA00907B-F345-4574-AF03-E41B9F464D5D}" srcId="{8A40EEE8-49E7-4E66-B45D-EC477093FD73}" destId="{17CA4024-3108-4A60-956F-8FECF88F043D}" srcOrd="3" destOrd="0" parTransId="{5942B0C3-E111-44F4-B4C5-F59E7A721609}" sibTransId="{7E69217B-BE5E-4A84-829E-B8FD4F88E258}"/>
    <dgm:cxn modelId="{90C6ACB2-0272-492A-9AB9-F72A991A85D3}" type="presOf" srcId="{8A40EEE8-49E7-4E66-B45D-EC477093FD73}" destId="{C5933325-47EA-4E49-8A3C-DBAA263253A2}" srcOrd="0" destOrd="0" presId="urn:microsoft.com/office/officeart/2018/2/layout/IconLabelList"/>
    <dgm:cxn modelId="{2DB58CCD-AFEC-40D1-8137-8FA61582E7BC}" type="presOf" srcId="{17CA4024-3108-4A60-956F-8FECF88F043D}" destId="{D082E8C2-7DA7-42A7-923D-682155992626}" srcOrd="0" destOrd="0" presId="urn:microsoft.com/office/officeart/2018/2/layout/IconLabelList"/>
    <dgm:cxn modelId="{5E2D83CE-D54D-4EAC-A277-93A8B17FF35C}" srcId="{8A40EEE8-49E7-4E66-B45D-EC477093FD73}" destId="{314FCBE1-95B3-440D-B103-BEB2543DFC8B}" srcOrd="4" destOrd="0" parTransId="{19C21A82-C630-448E-B8B8-48C7A2F234A9}" sibTransId="{B39CBCB2-DA19-4F5F-841C-5C94885FF96D}"/>
    <dgm:cxn modelId="{CC296FD7-7957-496F-8DDB-AB2E2D92FE6C}" type="presOf" srcId="{314FCBE1-95B3-440D-B103-BEB2543DFC8B}" destId="{E5268F1A-A6D9-4432-9263-710F172ADC6E}" srcOrd="0" destOrd="0" presId="urn:microsoft.com/office/officeart/2018/2/layout/IconLabelList"/>
    <dgm:cxn modelId="{F79CECE5-13E4-4E0B-A12F-31C5B28E70A1}" srcId="{8A40EEE8-49E7-4E66-B45D-EC477093FD73}" destId="{A4B00B97-D6FD-498B-9B03-CEE1AF68BEC9}" srcOrd="6" destOrd="0" parTransId="{0E129DB1-A7D8-4CDC-A6DB-8DF3FD22F45C}" sibTransId="{1D3829F7-178D-4CCC-BDDB-DD48D8F340C2}"/>
    <dgm:cxn modelId="{61DA8AE8-12D5-47E0-A00B-20E685B3EE9D}" srcId="{8A40EEE8-49E7-4E66-B45D-EC477093FD73}" destId="{EE8CE4F3-FE70-4229-83F8-A46A70031B21}" srcOrd="5" destOrd="0" parTransId="{8C3B9593-8A46-4E13-BEE9-DA8CB713DD44}" sibTransId="{0CDFB7B3-3F1A-47F5-96ED-8078D24F0FE8}"/>
    <dgm:cxn modelId="{F88F26F8-61D6-4263-8725-470E4256C631}" type="presOf" srcId="{8F725B26-CABB-4B0F-AFAA-FFF5DA0D1370}" destId="{CC0C1AD0-E63F-4CA7-9A9F-69620507DD4C}" srcOrd="0" destOrd="0" presId="urn:microsoft.com/office/officeart/2018/2/layout/IconLabelList"/>
    <dgm:cxn modelId="{364EABA1-2441-4CAC-9B5F-909F0B8CA07A}" type="presParOf" srcId="{C5933325-47EA-4E49-8A3C-DBAA263253A2}" destId="{2418173A-48B6-4C55-A164-03D8536AF8DF}" srcOrd="0" destOrd="0" presId="urn:microsoft.com/office/officeart/2018/2/layout/IconLabelList"/>
    <dgm:cxn modelId="{691FEF52-9023-4814-8E0C-7D62D3F6083C}" type="presParOf" srcId="{2418173A-48B6-4C55-A164-03D8536AF8DF}" destId="{9BC188FB-FCCB-4BF9-B9A8-8E20D23CAF4C}" srcOrd="0" destOrd="0" presId="urn:microsoft.com/office/officeart/2018/2/layout/IconLabelList"/>
    <dgm:cxn modelId="{CDC51C73-91F4-485A-B013-F94356594347}" type="presParOf" srcId="{2418173A-48B6-4C55-A164-03D8536AF8DF}" destId="{F30658BA-7C9A-4B1A-A062-CE000DFD9C22}" srcOrd="1" destOrd="0" presId="urn:microsoft.com/office/officeart/2018/2/layout/IconLabelList"/>
    <dgm:cxn modelId="{9DC57CE3-24E8-421B-BB31-E2F0385AC246}" type="presParOf" srcId="{2418173A-48B6-4C55-A164-03D8536AF8DF}" destId="{41478CDB-857E-4934-AE56-63CE9C0E747D}" srcOrd="2" destOrd="0" presId="urn:microsoft.com/office/officeart/2018/2/layout/IconLabelList"/>
    <dgm:cxn modelId="{5DF58E38-DB4E-4131-97DB-2D464459FCDC}" type="presParOf" srcId="{C5933325-47EA-4E49-8A3C-DBAA263253A2}" destId="{29EBF81C-E3F0-44D3-8C16-D8A766C30AE8}" srcOrd="1" destOrd="0" presId="urn:microsoft.com/office/officeart/2018/2/layout/IconLabelList"/>
    <dgm:cxn modelId="{000724D0-848E-43AB-A2AB-DD00A478CAA3}" type="presParOf" srcId="{C5933325-47EA-4E49-8A3C-DBAA263253A2}" destId="{3B0DDB63-1D8B-4BD0-9366-EED95EED8D65}" srcOrd="2" destOrd="0" presId="urn:microsoft.com/office/officeart/2018/2/layout/IconLabelList"/>
    <dgm:cxn modelId="{FC418B67-3EA0-4380-A91F-0F90002C3F3D}" type="presParOf" srcId="{3B0DDB63-1D8B-4BD0-9366-EED95EED8D65}" destId="{64859741-621B-4F8B-AFBC-AF6B17B48214}" srcOrd="0" destOrd="0" presId="urn:microsoft.com/office/officeart/2018/2/layout/IconLabelList"/>
    <dgm:cxn modelId="{0EF0E42F-5FDC-4C9B-9AB3-C03B173394CE}" type="presParOf" srcId="{3B0DDB63-1D8B-4BD0-9366-EED95EED8D65}" destId="{CC19F535-8E4C-47E7-B7D4-568558E11DB9}" srcOrd="1" destOrd="0" presId="urn:microsoft.com/office/officeart/2018/2/layout/IconLabelList"/>
    <dgm:cxn modelId="{CBE1017E-2EE7-4E43-9769-6F06AAC12E9D}" type="presParOf" srcId="{3B0DDB63-1D8B-4BD0-9366-EED95EED8D65}" destId="{CC0C1AD0-E63F-4CA7-9A9F-69620507DD4C}" srcOrd="2" destOrd="0" presId="urn:microsoft.com/office/officeart/2018/2/layout/IconLabelList"/>
    <dgm:cxn modelId="{8544755C-E01C-41AC-9C46-00EB7803893B}" type="presParOf" srcId="{C5933325-47EA-4E49-8A3C-DBAA263253A2}" destId="{F9264D02-CC18-42D4-915E-8C0B68EFDBBB}" srcOrd="3" destOrd="0" presId="urn:microsoft.com/office/officeart/2018/2/layout/IconLabelList"/>
    <dgm:cxn modelId="{93D7F536-39E3-4BB6-9C04-F13C0A77889D}" type="presParOf" srcId="{C5933325-47EA-4E49-8A3C-DBAA263253A2}" destId="{2E815F47-BE00-4633-BC6E-42CB446C281B}" srcOrd="4" destOrd="0" presId="urn:microsoft.com/office/officeart/2018/2/layout/IconLabelList"/>
    <dgm:cxn modelId="{1EA6D930-5FA5-4DD8-A214-83C875B15F37}" type="presParOf" srcId="{2E815F47-BE00-4633-BC6E-42CB446C281B}" destId="{3451869A-327C-45CF-8BE1-B0D973F5BDB3}" srcOrd="0" destOrd="0" presId="urn:microsoft.com/office/officeart/2018/2/layout/IconLabelList"/>
    <dgm:cxn modelId="{9B66ABE4-F37B-4C6C-A6B4-F2E4CB605F3A}" type="presParOf" srcId="{2E815F47-BE00-4633-BC6E-42CB446C281B}" destId="{3E8045AF-24FD-4C2E-9CFC-4A887BD2C50E}" srcOrd="1" destOrd="0" presId="urn:microsoft.com/office/officeart/2018/2/layout/IconLabelList"/>
    <dgm:cxn modelId="{8A7AC666-D7B1-4B34-B344-8527DF296B69}" type="presParOf" srcId="{2E815F47-BE00-4633-BC6E-42CB446C281B}" destId="{110BC7DA-091F-4038-A742-B51E72B0B889}" srcOrd="2" destOrd="0" presId="urn:microsoft.com/office/officeart/2018/2/layout/IconLabelList"/>
    <dgm:cxn modelId="{FA0254D5-CCB5-4936-9692-9D69F7B349B9}" type="presParOf" srcId="{C5933325-47EA-4E49-8A3C-DBAA263253A2}" destId="{1DE3303A-8B70-4DB5-8AF2-2ED05FA2E92B}" srcOrd="5" destOrd="0" presId="urn:microsoft.com/office/officeart/2018/2/layout/IconLabelList"/>
    <dgm:cxn modelId="{A7B342C6-DB61-4FDA-AECF-16F544EA3F86}" type="presParOf" srcId="{C5933325-47EA-4E49-8A3C-DBAA263253A2}" destId="{1406D7DF-B21A-48DC-B4DB-B17AAF2A46F9}" srcOrd="6" destOrd="0" presId="urn:microsoft.com/office/officeart/2018/2/layout/IconLabelList"/>
    <dgm:cxn modelId="{CBB0BC7B-0016-4334-BC3F-B28F2935B908}" type="presParOf" srcId="{1406D7DF-B21A-48DC-B4DB-B17AAF2A46F9}" destId="{75824F17-5E49-4AD4-B504-D02DF55880DF}" srcOrd="0" destOrd="0" presId="urn:microsoft.com/office/officeart/2018/2/layout/IconLabelList"/>
    <dgm:cxn modelId="{AB21671F-D498-4F15-AC04-9E67079C8E01}" type="presParOf" srcId="{1406D7DF-B21A-48DC-B4DB-B17AAF2A46F9}" destId="{7A35B24A-7B6D-42DB-BBCF-DF004043D85D}" srcOrd="1" destOrd="0" presId="urn:microsoft.com/office/officeart/2018/2/layout/IconLabelList"/>
    <dgm:cxn modelId="{4621F155-5527-4B88-B5A4-3389F9D3E60A}" type="presParOf" srcId="{1406D7DF-B21A-48DC-B4DB-B17AAF2A46F9}" destId="{D082E8C2-7DA7-42A7-923D-682155992626}" srcOrd="2" destOrd="0" presId="urn:microsoft.com/office/officeart/2018/2/layout/IconLabelList"/>
    <dgm:cxn modelId="{30C8E1D1-A9A5-4BBE-A936-88BE63E979AB}" type="presParOf" srcId="{C5933325-47EA-4E49-8A3C-DBAA263253A2}" destId="{9FE20E88-68A2-4DA7-A4C0-718894871238}" srcOrd="7" destOrd="0" presId="urn:microsoft.com/office/officeart/2018/2/layout/IconLabelList"/>
    <dgm:cxn modelId="{3EFD5783-DFAF-4938-9B4D-C3D812525B36}" type="presParOf" srcId="{C5933325-47EA-4E49-8A3C-DBAA263253A2}" destId="{A567667C-7F7A-4D91-B7A1-23B8BF76C68D}" srcOrd="8" destOrd="0" presId="urn:microsoft.com/office/officeart/2018/2/layout/IconLabelList"/>
    <dgm:cxn modelId="{0732530F-06D6-47C7-8FF0-4232664635C3}" type="presParOf" srcId="{A567667C-7F7A-4D91-B7A1-23B8BF76C68D}" destId="{E57D42AE-3D41-4222-BEAD-45C83B1DEE1A}" srcOrd="0" destOrd="0" presId="urn:microsoft.com/office/officeart/2018/2/layout/IconLabelList"/>
    <dgm:cxn modelId="{1526C703-9988-4C2D-89DB-D4907744630C}" type="presParOf" srcId="{A567667C-7F7A-4D91-B7A1-23B8BF76C68D}" destId="{6AD16E4C-7D4B-4187-97F7-96961B030EF9}" srcOrd="1" destOrd="0" presId="urn:microsoft.com/office/officeart/2018/2/layout/IconLabelList"/>
    <dgm:cxn modelId="{5BB5971F-97B9-40E9-AAF8-50D0E0230114}" type="presParOf" srcId="{A567667C-7F7A-4D91-B7A1-23B8BF76C68D}" destId="{E5268F1A-A6D9-4432-9263-710F172ADC6E}" srcOrd="2" destOrd="0" presId="urn:microsoft.com/office/officeart/2018/2/layout/IconLabelList"/>
    <dgm:cxn modelId="{54D6F53D-C619-4580-BB50-D935C4695BA3}" type="presParOf" srcId="{C5933325-47EA-4E49-8A3C-DBAA263253A2}" destId="{A6141208-9F74-4EA5-A16D-C0F6BDC25C9A}" srcOrd="9" destOrd="0" presId="urn:microsoft.com/office/officeart/2018/2/layout/IconLabelList"/>
    <dgm:cxn modelId="{E6928013-D609-4933-9921-247D88690E1B}" type="presParOf" srcId="{C5933325-47EA-4E49-8A3C-DBAA263253A2}" destId="{2E30BC27-5D00-494E-8E88-3CC5B496EAF3}" srcOrd="10" destOrd="0" presId="urn:microsoft.com/office/officeart/2018/2/layout/IconLabelList"/>
    <dgm:cxn modelId="{F09EDF52-4C67-4E9A-B8AC-8539D8597F09}" type="presParOf" srcId="{2E30BC27-5D00-494E-8E88-3CC5B496EAF3}" destId="{3DBAD719-A0DE-4BB4-840C-6BBA5B395AEE}" srcOrd="0" destOrd="0" presId="urn:microsoft.com/office/officeart/2018/2/layout/IconLabelList"/>
    <dgm:cxn modelId="{AF8D57DD-3F69-45F2-B70B-A0CAB7104A39}" type="presParOf" srcId="{2E30BC27-5D00-494E-8E88-3CC5B496EAF3}" destId="{0F205728-A3B7-4540-ABB5-98623B39624D}" srcOrd="1" destOrd="0" presId="urn:microsoft.com/office/officeart/2018/2/layout/IconLabelList"/>
    <dgm:cxn modelId="{888EA60F-4094-40B7-BA67-73571615568D}" type="presParOf" srcId="{2E30BC27-5D00-494E-8E88-3CC5B496EAF3}" destId="{0DB3FBC3-FCED-4B72-948A-D20A37605166}" srcOrd="2" destOrd="0" presId="urn:microsoft.com/office/officeart/2018/2/layout/IconLabelList"/>
    <dgm:cxn modelId="{122B3A28-C98E-4241-A417-149F73E7BFB7}" type="presParOf" srcId="{C5933325-47EA-4E49-8A3C-DBAA263253A2}" destId="{55761284-3F40-432B-9DFB-18D95E3AABA9}" srcOrd="11" destOrd="0" presId="urn:microsoft.com/office/officeart/2018/2/layout/IconLabelList"/>
    <dgm:cxn modelId="{60E4A3E7-9AA5-4A16-8F80-5B4F5DF74E3A}" type="presParOf" srcId="{C5933325-47EA-4E49-8A3C-DBAA263253A2}" destId="{78C7C3FE-A34F-4FAF-9C11-7958C4D3B8CD}" srcOrd="12" destOrd="0" presId="urn:microsoft.com/office/officeart/2018/2/layout/IconLabelList"/>
    <dgm:cxn modelId="{ECAC2779-6C76-4229-A225-06BE9573A0AA}" type="presParOf" srcId="{78C7C3FE-A34F-4FAF-9C11-7958C4D3B8CD}" destId="{3371A9F4-4DA2-4AC6-8045-60B57CEF1309}" srcOrd="0" destOrd="0" presId="urn:microsoft.com/office/officeart/2018/2/layout/IconLabelList"/>
    <dgm:cxn modelId="{45027787-E4C6-4BB0-9AF7-F1C49E862F7C}" type="presParOf" srcId="{78C7C3FE-A34F-4FAF-9C11-7958C4D3B8CD}" destId="{DDD9C89C-DAA8-480E-A3E9-C4E380D9AC17}" srcOrd="1" destOrd="0" presId="urn:microsoft.com/office/officeart/2018/2/layout/IconLabelList"/>
    <dgm:cxn modelId="{0366CB1B-8299-41C3-BC39-FB57EC50081B}" type="presParOf" srcId="{78C7C3FE-A34F-4FAF-9C11-7958C4D3B8CD}" destId="{073D5AF2-0DD8-4385-9CE0-A1793F9BA75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E78E3A-5987-4CE6-BDF3-23D72A2C2B6E}" type="doc">
      <dgm:prSet loTypeId="urn:microsoft.com/office/officeart/2005/8/layout/default" loCatId="list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EE280D9D-BA38-4E51-9B42-0E29D95643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phishing simulation successfully revealed real behavioural vulnerabilities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9548B07-3A7F-4BE5-9543-5974E6BC7524}" type="parTrans" cxnId="{B39C1C7A-46B9-4650-AEA5-9801C49CD120}">
      <dgm:prSet/>
      <dgm:spPr/>
      <dgm:t>
        <a:bodyPr/>
        <a:lstStyle/>
        <a:p>
          <a:endParaRPr lang="en-US"/>
        </a:p>
      </dgm:t>
    </dgm:pt>
    <dgm:pt modelId="{B9ACE740-3666-4A43-BBE7-B6E7C646756C}" type="sibTrans" cxnId="{B39C1C7A-46B9-4650-AEA5-9801C49CD120}">
      <dgm:prSet/>
      <dgm:spPr/>
      <dgm:t>
        <a:bodyPr/>
        <a:lstStyle/>
        <a:p>
          <a:endParaRPr lang="en-US"/>
        </a:p>
      </dgm:t>
    </dgm:pt>
    <dgm:pt modelId="{FBE72B7D-C902-48F6-97C8-B72311FDFE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Many participants engaged with the phishing email, but none reported it</a:t>
          </a:r>
          <a:endParaRPr lang="en-US" dirty="0"/>
        </a:p>
      </dgm:t>
    </dgm:pt>
    <dgm:pt modelId="{DE5CFAF5-B505-4F61-90F1-C509EEC5AE29}" type="parTrans" cxnId="{17E15CCE-94E5-456F-97AA-1111D902E1F1}">
      <dgm:prSet/>
      <dgm:spPr/>
      <dgm:t>
        <a:bodyPr/>
        <a:lstStyle/>
        <a:p>
          <a:endParaRPr lang="en-US"/>
        </a:p>
      </dgm:t>
    </dgm:pt>
    <dgm:pt modelId="{471023CC-51A7-4CD2-AEC5-CDAF351C7175}" type="sibTrans" cxnId="{17E15CCE-94E5-456F-97AA-1111D902E1F1}">
      <dgm:prSet/>
      <dgm:spPr/>
      <dgm:t>
        <a:bodyPr/>
        <a:lstStyle/>
        <a:p>
          <a:endParaRPr lang="en-US"/>
        </a:p>
      </dgm:t>
    </dgm:pt>
    <dgm:pt modelId="{06275A17-1A6C-47B6-8399-B68950E971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Students showed significant improvement in awareness after the simulation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725C7EC-1042-413B-81EC-E3925681EDBE}" type="parTrans" cxnId="{E02F836B-5850-4A4D-AF31-E5431B9C79DD}">
      <dgm:prSet/>
      <dgm:spPr/>
      <dgm:t>
        <a:bodyPr/>
        <a:lstStyle/>
        <a:p>
          <a:endParaRPr lang="en-US"/>
        </a:p>
      </dgm:t>
    </dgm:pt>
    <dgm:pt modelId="{B7AB482D-3343-451F-86D1-11EC4725B4DA}" type="sibTrans" cxnId="{E02F836B-5850-4A4D-AF31-E5431B9C79DD}">
      <dgm:prSet/>
      <dgm:spPr/>
      <dgm:t>
        <a:bodyPr/>
        <a:lstStyle/>
        <a:p>
          <a:endParaRPr lang="en-US"/>
        </a:p>
      </dgm:t>
    </dgm:pt>
    <dgm:pt modelId="{2E9B90BD-CE9C-4FEA-899B-8517AF01AD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Simulation-based learning proved more effective than traditional awareness methods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ACB9BFA-8BF0-43A6-AA13-6717730F91DB}" type="parTrans" cxnId="{2AED4A19-FD56-4DE6-B894-D2D873FCC4E2}">
      <dgm:prSet/>
      <dgm:spPr/>
      <dgm:t>
        <a:bodyPr/>
        <a:lstStyle/>
        <a:p>
          <a:endParaRPr lang="en-US"/>
        </a:p>
      </dgm:t>
    </dgm:pt>
    <dgm:pt modelId="{B9F37D34-7284-47E1-B9EB-DCF500445DB1}" type="sibTrans" cxnId="{2AED4A19-FD56-4DE6-B894-D2D873FCC4E2}">
      <dgm:prSet/>
      <dgm:spPr/>
      <dgm:t>
        <a:bodyPr/>
        <a:lstStyle/>
        <a:p>
          <a:endParaRPr lang="en-US"/>
        </a:p>
      </dgm:t>
    </dgm:pt>
    <dgm:pt modelId="{BF1B62DB-264F-482A-9EF0-C67F58057B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project achieved its aim of enhancing phishing resilience through practical exposure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8531979-2656-4750-8BCA-D4FA3AEAAD85}" type="parTrans" cxnId="{7F09E307-489A-4682-B38D-812BD8598BE1}">
      <dgm:prSet/>
      <dgm:spPr/>
      <dgm:t>
        <a:bodyPr/>
        <a:lstStyle/>
        <a:p>
          <a:endParaRPr lang="en-US"/>
        </a:p>
      </dgm:t>
    </dgm:pt>
    <dgm:pt modelId="{DD467766-1409-47AC-A42F-4F88A1821979}" type="sibTrans" cxnId="{7F09E307-489A-4682-B38D-812BD8598BE1}">
      <dgm:prSet/>
      <dgm:spPr/>
      <dgm:t>
        <a:bodyPr/>
        <a:lstStyle/>
        <a:p>
          <a:endParaRPr lang="en-US"/>
        </a:p>
      </dgm:t>
    </dgm:pt>
    <dgm:pt modelId="{4C075A56-6DCB-4C91-B949-B08DF6C2A09C}" type="pres">
      <dgm:prSet presAssocID="{1AE78E3A-5987-4CE6-BDF3-23D72A2C2B6E}" presName="diagram" presStyleCnt="0">
        <dgm:presLayoutVars>
          <dgm:dir/>
          <dgm:resizeHandles val="exact"/>
        </dgm:presLayoutVars>
      </dgm:prSet>
      <dgm:spPr/>
    </dgm:pt>
    <dgm:pt modelId="{C43D7372-8C53-4910-8960-A770F6060C54}" type="pres">
      <dgm:prSet presAssocID="{EE280D9D-BA38-4E51-9B42-0E29D956430A}" presName="node" presStyleLbl="node1" presStyleIdx="0" presStyleCnt="5">
        <dgm:presLayoutVars>
          <dgm:bulletEnabled val="1"/>
        </dgm:presLayoutVars>
      </dgm:prSet>
      <dgm:spPr/>
    </dgm:pt>
    <dgm:pt modelId="{4AC4726C-E24D-4F04-A556-859960E70861}" type="pres">
      <dgm:prSet presAssocID="{B9ACE740-3666-4A43-BBE7-B6E7C646756C}" presName="sibTrans" presStyleCnt="0"/>
      <dgm:spPr/>
    </dgm:pt>
    <dgm:pt modelId="{851D52A8-B7E3-47DA-A0AB-C820F2A37B80}" type="pres">
      <dgm:prSet presAssocID="{FBE72B7D-C902-48F6-97C8-B72311FDFE9F}" presName="node" presStyleLbl="node1" presStyleIdx="1" presStyleCnt="5">
        <dgm:presLayoutVars>
          <dgm:bulletEnabled val="1"/>
        </dgm:presLayoutVars>
      </dgm:prSet>
      <dgm:spPr/>
    </dgm:pt>
    <dgm:pt modelId="{34D09A0C-E303-422C-8785-BA6C2B44C2A0}" type="pres">
      <dgm:prSet presAssocID="{471023CC-51A7-4CD2-AEC5-CDAF351C7175}" presName="sibTrans" presStyleCnt="0"/>
      <dgm:spPr/>
    </dgm:pt>
    <dgm:pt modelId="{F5FFD1B0-D47E-4986-9F27-59E6F756D440}" type="pres">
      <dgm:prSet presAssocID="{06275A17-1A6C-47B6-8399-B68950E97111}" presName="node" presStyleLbl="node1" presStyleIdx="2" presStyleCnt="5">
        <dgm:presLayoutVars>
          <dgm:bulletEnabled val="1"/>
        </dgm:presLayoutVars>
      </dgm:prSet>
      <dgm:spPr/>
    </dgm:pt>
    <dgm:pt modelId="{0BD8A659-836C-4593-9941-C0C5B66B3D54}" type="pres">
      <dgm:prSet presAssocID="{B7AB482D-3343-451F-86D1-11EC4725B4DA}" presName="sibTrans" presStyleCnt="0"/>
      <dgm:spPr/>
    </dgm:pt>
    <dgm:pt modelId="{6A31F626-6931-4ED0-A033-024FB0ACEF22}" type="pres">
      <dgm:prSet presAssocID="{2E9B90BD-CE9C-4FEA-899B-8517AF01AD76}" presName="node" presStyleLbl="node1" presStyleIdx="3" presStyleCnt="5">
        <dgm:presLayoutVars>
          <dgm:bulletEnabled val="1"/>
        </dgm:presLayoutVars>
      </dgm:prSet>
      <dgm:spPr/>
    </dgm:pt>
    <dgm:pt modelId="{1F1B7362-B8A8-4704-A857-88528324BBCC}" type="pres">
      <dgm:prSet presAssocID="{B9F37D34-7284-47E1-B9EB-DCF500445DB1}" presName="sibTrans" presStyleCnt="0"/>
      <dgm:spPr/>
    </dgm:pt>
    <dgm:pt modelId="{D438A37D-C7C2-498A-95FF-6A5219747F78}" type="pres">
      <dgm:prSet presAssocID="{BF1B62DB-264F-482A-9EF0-C67F58057BEB}" presName="node" presStyleLbl="node1" presStyleIdx="4" presStyleCnt="5">
        <dgm:presLayoutVars>
          <dgm:bulletEnabled val="1"/>
        </dgm:presLayoutVars>
      </dgm:prSet>
      <dgm:spPr/>
    </dgm:pt>
  </dgm:ptLst>
  <dgm:cxnLst>
    <dgm:cxn modelId="{BB278506-C56B-47E3-B0F0-2B6667C7AA56}" type="presOf" srcId="{BF1B62DB-264F-482A-9EF0-C67F58057BEB}" destId="{D438A37D-C7C2-498A-95FF-6A5219747F78}" srcOrd="0" destOrd="0" presId="urn:microsoft.com/office/officeart/2005/8/layout/default"/>
    <dgm:cxn modelId="{7F09E307-489A-4682-B38D-812BD8598BE1}" srcId="{1AE78E3A-5987-4CE6-BDF3-23D72A2C2B6E}" destId="{BF1B62DB-264F-482A-9EF0-C67F58057BEB}" srcOrd="4" destOrd="0" parTransId="{98531979-2656-4750-8BCA-D4FA3AEAAD85}" sibTransId="{DD467766-1409-47AC-A42F-4F88A1821979}"/>
    <dgm:cxn modelId="{2AED4A19-FD56-4DE6-B894-D2D873FCC4E2}" srcId="{1AE78E3A-5987-4CE6-BDF3-23D72A2C2B6E}" destId="{2E9B90BD-CE9C-4FEA-899B-8517AF01AD76}" srcOrd="3" destOrd="0" parTransId="{FACB9BFA-8BF0-43A6-AA13-6717730F91DB}" sibTransId="{B9F37D34-7284-47E1-B9EB-DCF500445DB1}"/>
    <dgm:cxn modelId="{739BD125-2D61-42F8-A1B4-9F6BA9A72569}" type="presOf" srcId="{FBE72B7D-C902-48F6-97C8-B72311FDFE9F}" destId="{851D52A8-B7E3-47DA-A0AB-C820F2A37B80}" srcOrd="0" destOrd="0" presId="urn:microsoft.com/office/officeart/2005/8/layout/default"/>
    <dgm:cxn modelId="{07529728-9CC4-4F04-BCEB-8B7D0E0283FF}" type="presOf" srcId="{EE280D9D-BA38-4E51-9B42-0E29D956430A}" destId="{C43D7372-8C53-4910-8960-A770F6060C54}" srcOrd="0" destOrd="0" presId="urn:microsoft.com/office/officeart/2005/8/layout/default"/>
    <dgm:cxn modelId="{DFBD422C-E7DC-414F-808E-C6115C0E8FA6}" type="presOf" srcId="{1AE78E3A-5987-4CE6-BDF3-23D72A2C2B6E}" destId="{4C075A56-6DCB-4C91-B949-B08DF6C2A09C}" srcOrd="0" destOrd="0" presId="urn:microsoft.com/office/officeart/2005/8/layout/default"/>
    <dgm:cxn modelId="{E02F836B-5850-4A4D-AF31-E5431B9C79DD}" srcId="{1AE78E3A-5987-4CE6-BDF3-23D72A2C2B6E}" destId="{06275A17-1A6C-47B6-8399-B68950E97111}" srcOrd="2" destOrd="0" parTransId="{B725C7EC-1042-413B-81EC-E3925681EDBE}" sibTransId="{B7AB482D-3343-451F-86D1-11EC4725B4DA}"/>
    <dgm:cxn modelId="{EF83F76E-995E-47EF-A259-81B87EC7861B}" type="presOf" srcId="{2E9B90BD-CE9C-4FEA-899B-8517AF01AD76}" destId="{6A31F626-6931-4ED0-A033-024FB0ACEF22}" srcOrd="0" destOrd="0" presId="urn:microsoft.com/office/officeart/2005/8/layout/default"/>
    <dgm:cxn modelId="{B39C1C7A-46B9-4650-AEA5-9801C49CD120}" srcId="{1AE78E3A-5987-4CE6-BDF3-23D72A2C2B6E}" destId="{EE280D9D-BA38-4E51-9B42-0E29D956430A}" srcOrd="0" destOrd="0" parTransId="{29548B07-3A7F-4BE5-9543-5974E6BC7524}" sibTransId="{B9ACE740-3666-4A43-BBE7-B6E7C646756C}"/>
    <dgm:cxn modelId="{6BED3AAB-3AC8-466A-8D6B-044D1297C0B9}" type="presOf" srcId="{06275A17-1A6C-47B6-8399-B68950E97111}" destId="{F5FFD1B0-D47E-4986-9F27-59E6F756D440}" srcOrd="0" destOrd="0" presId="urn:microsoft.com/office/officeart/2005/8/layout/default"/>
    <dgm:cxn modelId="{17E15CCE-94E5-456F-97AA-1111D902E1F1}" srcId="{1AE78E3A-5987-4CE6-BDF3-23D72A2C2B6E}" destId="{FBE72B7D-C902-48F6-97C8-B72311FDFE9F}" srcOrd="1" destOrd="0" parTransId="{DE5CFAF5-B505-4F61-90F1-C509EEC5AE29}" sibTransId="{471023CC-51A7-4CD2-AEC5-CDAF351C7175}"/>
    <dgm:cxn modelId="{20CA0746-D248-4C93-ABB4-9AAFB33921E1}" type="presParOf" srcId="{4C075A56-6DCB-4C91-B949-B08DF6C2A09C}" destId="{C43D7372-8C53-4910-8960-A770F6060C54}" srcOrd="0" destOrd="0" presId="urn:microsoft.com/office/officeart/2005/8/layout/default"/>
    <dgm:cxn modelId="{AA54527F-BB5A-4FC3-9BD6-58D348DE5CD2}" type="presParOf" srcId="{4C075A56-6DCB-4C91-B949-B08DF6C2A09C}" destId="{4AC4726C-E24D-4F04-A556-859960E70861}" srcOrd="1" destOrd="0" presId="urn:microsoft.com/office/officeart/2005/8/layout/default"/>
    <dgm:cxn modelId="{DF996A12-15D6-437D-8EA9-FD4213CC7779}" type="presParOf" srcId="{4C075A56-6DCB-4C91-B949-B08DF6C2A09C}" destId="{851D52A8-B7E3-47DA-A0AB-C820F2A37B80}" srcOrd="2" destOrd="0" presId="urn:microsoft.com/office/officeart/2005/8/layout/default"/>
    <dgm:cxn modelId="{B980C8F2-EE7A-4673-875D-FC5E48C5A97C}" type="presParOf" srcId="{4C075A56-6DCB-4C91-B949-B08DF6C2A09C}" destId="{34D09A0C-E303-422C-8785-BA6C2B44C2A0}" srcOrd="3" destOrd="0" presId="urn:microsoft.com/office/officeart/2005/8/layout/default"/>
    <dgm:cxn modelId="{EA60619F-F7D5-4A72-8B4D-FEE37D2B6812}" type="presParOf" srcId="{4C075A56-6DCB-4C91-B949-B08DF6C2A09C}" destId="{F5FFD1B0-D47E-4986-9F27-59E6F756D440}" srcOrd="4" destOrd="0" presId="urn:microsoft.com/office/officeart/2005/8/layout/default"/>
    <dgm:cxn modelId="{905400D0-A821-44C3-9B51-B6F3C255C2C2}" type="presParOf" srcId="{4C075A56-6DCB-4C91-B949-B08DF6C2A09C}" destId="{0BD8A659-836C-4593-9941-C0C5B66B3D54}" srcOrd="5" destOrd="0" presId="urn:microsoft.com/office/officeart/2005/8/layout/default"/>
    <dgm:cxn modelId="{9AE81FFA-9BAF-4081-B616-DD348F59CC8E}" type="presParOf" srcId="{4C075A56-6DCB-4C91-B949-B08DF6C2A09C}" destId="{6A31F626-6931-4ED0-A033-024FB0ACEF22}" srcOrd="6" destOrd="0" presId="urn:microsoft.com/office/officeart/2005/8/layout/default"/>
    <dgm:cxn modelId="{1EDC3C5F-7A45-41F5-9095-AD40135AF797}" type="presParOf" srcId="{4C075A56-6DCB-4C91-B949-B08DF6C2A09C}" destId="{1F1B7362-B8A8-4704-A857-88528324BBCC}" srcOrd="7" destOrd="0" presId="urn:microsoft.com/office/officeart/2005/8/layout/default"/>
    <dgm:cxn modelId="{131DEBE9-0C90-42CD-BB16-9588651BD9F7}" type="presParOf" srcId="{4C075A56-6DCB-4C91-B949-B08DF6C2A09C}" destId="{D438A37D-C7C2-498A-95FF-6A5219747F7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E65480-8BAA-4473-B8CB-38AEAD5AE5E2}">
      <dsp:nvSpPr>
        <dsp:cNvPr id="0" name=""/>
        <dsp:cNvSpPr/>
      </dsp:nvSpPr>
      <dsp:spPr>
        <a:xfrm>
          <a:off x="0" y="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0" dirty="0"/>
            <a:t>Phishing is a major cyber threat</a:t>
          </a:r>
        </a:p>
      </dsp:txBody>
      <dsp:txXfrm>
        <a:off x="22105" y="22105"/>
        <a:ext cx="7511741" cy="710494"/>
      </dsp:txXfrm>
    </dsp:sp>
    <dsp:sp modelId="{0C6D2695-85B0-4DA5-9A90-760624125023}">
      <dsp:nvSpPr>
        <dsp:cNvPr id="0" name=""/>
        <dsp:cNvSpPr/>
      </dsp:nvSpPr>
      <dsp:spPr>
        <a:xfrm>
          <a:off x="628350" y="859525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0" dirty="0"/>
            <a:t>University students are vulnerable targets</a:t>
          </a:r>
        </a:p>
      </dsp:txBody>
      <dsp:txXfrm>
        <a:off x="650455" y="881630"/>
        <a:ext cx="7251309" cy="710494"/>
      </dsp:txXfrm>
    </dsp:sp>
    <dsp:sp modelId="{8DAF24D1-8FEF-4DE5-8F1E-F5F9601C22B9}">
      <dsp:nvSpPr>
        <dsp:cNvPr id="0" name=""/>
        <dsp:cNvSpPr/>
      </dsp:nvSpPr>
      <dsp:spPr>
        <a:xfrm>
          <a:off x="1256700" y="171905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0" dirty="0"/>
            <a:t>This project focuses on raising awareness</a:t>
          </a:r>
        </a:p>
      </dsp:txBody>
      <dsp:txXfrm>
        <a:off x="1278805" y="1741155"/>
        <a:ext cx="7251309" cy="710494"/>
      </dsp:txXfrm>
    </dsp:sp>
    <dsp:sp modelId="{6B56E807-E6A6-4A0C-BDC9-FA2D274C0E29}">
      <dsp:nvSpPr>
        <dsp:cNvPr id="0" name=""/>
        <dsp:cNvSpPr/>
      </dsp:nvSpPr>
      <dsp:spPr>
        <a:xfrm>
          <a:off x="1885050" y="2578575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0" dirty="0"/>
            <a:t>Simulations used to assess and improve resilience</a:t>
          </a:r>
        </a:p>
      </dsp:txBody>
      <dsp:txXfrm>
        <a:off x="1907155" y="2600680"/>
        <a:ext cx="7251309" cy="710494"/>
      </dsp:txXfrm>
    </dsp:sp>
    <dsp:sp modelId="{58DB8AB5-A5C5-4EDE-835D-B1D6640AD5F7}">
      <dsp:nvSpPr>
        <dsp:cNvPr id="0" name=""/>
        <dsp:cNvSpPr/>
      </dsp:nvSpPr>
      <dsp:spPr>
        <a:xfrm>
          <a:off x="2513400" y="343810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0" dirty="0"/>
            <a:t>The project is educational, practical, and measurable</a:t>
          </a:r>
        </a:p>
      </dsp:txBody>
      <dsp:txXfrm>
        <a:off x="2535505" y="3460205"/>
        <a:ext cx="7251309" cy="710494"/>
      </dsp:txXfrm>
    </dsp:sp>
    <dsp:sp modelId="{6E690F7D-1C56-4C87-8710-483F9F6A1569}">
      <dsp:nvSpPr>
        <dsp:cNvPr id="0" name=""/>
        <dsp:cNvSpPr/>
      </dsp:nvSpPr>
      <dsp:spPr>
        <a:xfrm>
          <a:off x="7923870" y="551353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200" kern="1200" noProof="0" dirty="0"/>
        </a:p>
      </dsp:txBody>
      <dsp:txXfrm>
        <a:off x="8034246" y="551353"/>
        <a:ext cx="269806" cy="369145"/>
      </dsp:txXfrm>
    </dsp:sp>
    <dsp:sp modelId="{A4F1750E-A636-4322-8264-EDFB3E081934}">
      <dsp:nvSpPr>
        <dsp:cNvPr id="0" name=""/>
        <dsp:cNvSpPr/>
      </dsp:nvSpPr>
      <dsp:spPr>
        <a:xfrm>
          <a:off x="8552220" y="1410878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200" kern="1200" noProof="0" dirty="0"/>
        </a:p>
      </dsp:txBody>
      <dsp:txXfrm>
        <a:off x="8662596" y="1410878"/>
        <a:ext cx="269806" cy="369145"/>
      </dsp:txXfrm>
    </dsp:sp>
    <dsp:sp modelId="{0D52E616-365C-4C28-BEFD-3505864B2848}">
      <dsp:nvSpPr>
        <dsp:cNvPr id="0" name=""/>
        <dsp:cNvSpPr/>
      </dsp:nvSpPr>
      <dsp:spPr>
        <a:xfrm>
          <a:off x="9180570" y="2257825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200" kern="1200" noProof="0" dirty="0"/>
        </a:p>
      </dsp:txBody>
      <dsp:txXfrm>
        <a:off x="9290946" y="2257825"/>
        <a:ext cx="269806" cy="369145"/>
      </dsp:txXfrm>
    </dsp:sp>
    <dsp:sp modelId="{2A0660FB-8EC1-4597-9088-D3AF0F23A5DA}">
      <dsp:nvSpPr>
        <dsp:cNvPr id="0" name=""/>
        <dsp:cNvSpPr/>
      </dsp:nvSpPr>
      <dsp:spPr>
        <a:xfrm>
          <a:off x="9808920" y="3125736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200" kern="1200" noProof="0" dirty="0"/>
        </a:p>
      </dsp:txBody>
      <dsp:txXfrm>
        <a:off x="9919296" y="3125736"/>
        <a:ext cx="269806" cy="3691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C188FB-FCCB-4BF9-B9A8-8E20D23CAF4C}">
      <dsp:nvSpPr>
        <dsp:cNvPr id="0" name=""/>
        <dsp:cNvSpPr/>
      </dsp:nvSpPr>
      <dsp:spPr>
        <a:xfrm>
          <a:off x="471174" y="1151217"/>
          <a:ext cx="769658" cy="7696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78CDB-857E-4934-AE56-63CE9C0E747D}">
      <dsp:nvSpPr>
        <dsp:cNvPr id="0" name=""/>
        <dsp:cNvSpPr/>
      </dsp:nvSpPr>
      <dsp:spPr>
        <a:xfrm>
          <a:off x="827" y="2244713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GoPhish</a:t>
          </a:r>
          <a:r>
            <a:rPr lang="en-US" sz="14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used to design and deploy the phishing campaign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827" y="2244713"/>
        <a:ext cx="1710351" cy="684140"/>
      </dsp:txXfrm>
    </dsp:sp>
    <dsp:sp modelId="{64859741-621B-4F8B-AFBC-AF6B17B48214}">
      <dsp:nvSpPr>
        <dsp:cNvPr id="0" name=""/>
        <dsp:cNvSpPr/>
      </dsp:nvSpPr>
      <dsp:spPr>
        <a:xfrm>
          <a:off x="2480837" y="1151217"/>
          <a:ext cx="769658" cy="7696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C1AD0-E63F-4CA7-9A9F-69620507DD4C}">
      <dsp:nvSpPr>
        <dsp:cNvPr id="0" name=""/>
        <dsp:cNvSpPr/>
      </dsp:nvSpPr>
      <dsp:spPr>
        <a:xfrm>
          <a:off x="2010490" y="2244713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Mailgun</a:t>
          </a:r>
          <a:r>
            <a:rPr lang="en-US" sz="14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provided secure email delivery via authenticated domain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010490" y="2244713"/>
        <a:ext cx="1710351" cy="684140"/>
      </dsp:txXfrm>
    </dsp:sp>
    <dsp:sp modelId="{3451869A-327C-45CF-8BE1-B0D973F5BDB3}">
      <dsp:nvSpPr>
        <dsp:cNvPr id="0" name=""/>
        <dsp:cNvSpPr/>
      </dsp:nvSpPr>
      <dsp:spPr>
        <a:xfrm>
          <a:off x="4490500" y="1151217"/>
          <a:ext cx="769658" cy="7696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0BC7DA-091F-4038-A742-B51E72B0B889}">
      <dsp:nvSpPr>
        <dsp:cNvPr id="0" name=""/>
        <dsp:cNvSpPr/>
      </dsp:nvSpPr>
      <dsp:spPr>
        <a:xfrm>
          <a:off x="4020153" y="2244713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Landing and redirect pages were built using </a:t>
          </a:r>
          <a:r>
            <a:rPr lang="en-US" sz="14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HTML/CSS</a:t>
          </a:r>
          <a:endParaRPr lang="en-US" sz="14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020153" y="2244713"/>
        <a:ext cx="1710351" cy="684140"/>
      </dsp:txXfrm>
    </dsp:sp>
    <dsp:sp modelId="{75824F17-5E49-4AD4-B504-D02DF55880DF}">
      <dsp:nvSpPr>
        <dsp:cNvPr id="0" name=""/>
        <dsp:cNvSpPr/>
      </dsp:nvSpPr>
      <dsp:spPr>
        <a:xfrm>
          <a:off x="6500163" y="1151217"/>
          <a:ext cx="769658" cy="76965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82E8C2-7DA7-42A7-923D-682155992626}">
      <dsp:nvSpPr>
        <dsp:cNvPr id="0" name=""/>
        <dsp:cNvSpPr/>
      </dsp:nvSpPr>
      <dsp:spPr>
        <a:xfrm>
          <a:off x="6029816" y="2244713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Hosted the simulation on </a:t>
          </a:r>
          <a:r>
            <a:rPr lang="en-US" sz="14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 </a:t>
          </a:r>
          <a:r>
            <a:rPr lang="en-US" sz="1400" b="1" i="0" kern="1200" baseline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DigitalOcean</a:t>
          </a:r>
          <a:r>
            <a:rPr lang="en-US" sz="14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4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VPS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029816" y="2244713"/>
        <a:ext cx="1710351" cy="684140"/>
      </dsp:txXfrm>
    </dsp:sp>
    <dsp:sp modelId="{E57D42AE-3D41-4222-BEAD-45C83B1DEE1A}">
      <dsp:nvSpPr>
        <dsp:cNvPr id="0" name=""/>
        <dsp:cNvSpPr/>
      </dsp:nvSpPr>
      <dsp:spPr>
        <a:xfrm>
          <a:off x="1476005" y="3356442"/>
          <a:ext cx="769658" cy="76965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268F1A-A6D9-4432-9263-710F172ADC6E}">
      <dsp:nvSpPr>
        <dsp:cNvPr id="0" name=""/>
        <dsp:cNvSpPr/>
      </dsp:nvSpPr>
      <dsp:spPr>
        <a:xfrm>
          <a:off x="1005659" y="4449938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Pre- and post-simulation </a:t>
          </a:r>
          <a:r>
            <a:rPr lang="en-US" sz="14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surveys</a:t>
          </a:r>
          <a:r>
            <a:rPr lang="en-US" sz="14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were created in Google Forms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005659" y="4449938"/>
        <a:ext cx="1710351" cy="684140"/>
      </dsp:txXfrm>
    </dsp:sp>
    <dsp:sp modelId="{3DBAD719-A0DE-4BB4-840C-6BBA5B395AEE}">
      <dsp:nvSpPr>
        <dsp:cNvPr id="0" name=""/>
        <dsp:cNvSpPr/>
      </dsp:nvSpPr>
      <dsp:spPr>
        <a:xfrm>
          <a:off x="3485668" y="3356442"/>
          <a:ext cx="769658" cy="76965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3FBC3-FCED-4B72-948A-D20A37605166}">
      <dsp:nvSpPr>
        <dsp:cNvPr id="0" name=""/>
        <dsp:cNvSpPr/>
      </dsp:nvSpPr>
      <dsp:spPr>
        <a:xfrm>
          <a:off x="3015322" y="4449938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Target Audience:  University </a:t>
          </a:r>
          <a:r>
            <a:rPr lang="en-US" sz="14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Students</a:t>
          </a:r>
          <a:endParaRPr lang="en-US" sz="14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015322" y="4449938"/>
        <a:ext cx="1710351" cy="684140"/>
      </dsp:txXfrm>
    </dsp:sp>
    <dsp:sp modelId="{3371A9F4-4DA2-4AC6-8045-60B57CEF1309}">
      <dsp:nvSpPr>
        <dsp:cNvPr id="0" name=""/>
        <dsp:cNvSpPr/>
      </dsp:nvSpPr>
      <dsp:spPr>
        <a:xfrm>
          <a:off x="5495331" y="3356442"/>
          <a:ext cx="769658" cy="76965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D5AF2-0DD8-4385-9CE0-A1793F9BA75C}">
      <dsp:nvSpPr>
        <dsp:cNvPr id="0" name=""/>
        <dsp:cNvSpPr/>
      </dsp:nvSpPr>
      <dsp:spPr>
        <a:xfrm>
          <a:off x="5024985" y="4449938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was </a:t>
          </a:r>
          <a:r>
            <a:rPr lang="en-US" sz="1400" b="1" i="0" kern="1200" baseline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anonymised</a:t>
          </a:r>
          <a:r>
            <a:rPr lang="en-US" sz="14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; no real credentials stored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024985" y="4449938"/>
        <a:ext cx="1710351" cy="6841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3D7372-8C53-4910-8960-A770F6060C54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phishing simulation successfully revealed real behavioural vulnerabilities</a:t>
          </a:r>
          <a:endParaRPr lang="en-US" sz="23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39687"/>
        <a:ext cx="3286125" cy="1971675"/>
      </dsp:txXfrm>
    </dsp:sp>
    <dsp:sp modelId="{851D52A8-B7E3-47DA-A0AB-C820F2A37B80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Many participants engaged with the phishing email, but none reported it</a:t>
          </a:r>
          <a:endParaRPr lang="en-US" sz="2300" kern="1200" dirty="0"/>
        </a:p>
      </dsp:txBody>
      <dsp:txXfrm>
        <a:off x="3614737" y="39687"/>
        <a:ext cx="3286125" cy="1971675"/>
      </dsp:txXfrm>
    </dsp:sp>
    <dsp:sp modelId="{F5FFD1B0-D47E-4986-9F27-59E6F756D440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Students showed significant improvement in awareness after the simulation</a:t>
          </a:r>
          <a:endParaRPr lang="en-US" sz="23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229475" y="39687"/>
        <a:ext cx="3286125" cy="1971675"/>
      </dsp:txXfrm>
    </dsp:sp>
    <dsp:sp modelId="{6A31F626-6931-4ED0-A033-024FB0ACEF22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Simulation-based learning proved more effective than traditional awareness methods</a:t>
          </a:r>
          <a:endParaRPr lang="en-US" sz="23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807368" y="2339975"/>
        <a:ext cx="3286125" cy="1971675"/>
      </dsp:txXfrm>
    </dsp:sp>
    <dsp:sp modelId="{D438A37D-C7C2-498A-95FF-6A5219747F78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project achieved its aim of enhancing phishing resilience through practical exposure</a:t>
          </a:r>
          <a:endParaRPr lang="en-US" sz="23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422106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4200C-D73B-4844-9BFA-5FC5F63CCF4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90DD3-8B34-492C-A2AC-0593157A2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84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90DD3-8B34-492C-A2AC-0593157A2A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757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90DD3-8B34-492C-A2AC-0593157A2A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20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90DD3-8B34-492C-A2AC-0593157A2A0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40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90DD3-8B34-492C-A2AC-0593157A2A0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86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7555-17E6-AEED-9656-EC4854ED3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DF7208-7186-048D-7339-B4C727756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CE306-2FCE-653F-1A55-2A0397598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ECD5-F20B-40BE-BDD0-37F49D61D30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389D5-9BE9-C2FA-0713-EF9226900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65564-5A32-91C1-1685-DAD0C57C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AE60-E9E8-4D35-8776-8B465B975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5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C951-4150-D432-2F34-7FAC569D2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B3FF4-A70A-32EA-EF0B-47D00747D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D5D24-772A-E985-4DA5-892B0465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ECD5-F20B-40BE-BDD0-37F49D61D30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1D7E3-7E4E-64DD-8202-E8A05F926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10F12-4B6C-738E-00DC-A5B022A8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AE60-E9E8-4D35-8776-8B465B975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04B3-11CA-C47B-3090-FC6EA319A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B269B-FB44-71B9-3685-0A2F2774D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DF074-B1E8-2E78-8501-99DC35B18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ECD5-F20B-40BE-BDD0-37F49D61D30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80D80-D1B3-9CAD-FA60-F46C4444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2BB90-10E7-499B-5C33-4363ADBE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AE60-E9E8-4D35-8776-8B465B975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5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7AC5-A01A-7428-94D4-4A886E03F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F0F1C-C19B-192F-69A0-407185562A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0209B-98CD-FF47-F4A0-00203B922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1109C-1CE0-67B6-A5E5-D32125B1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ECD5-F20B-40BE-BDD0-37F49D61D30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1109B-6681-9D1A-EDEC-B14FFD5DC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CCCEB-207C-B6C6-D264-3422DBD4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AE60-E9E8-4D35-8776-8B465B975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8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5DDC-8416-EF5D-3AA6-BC6409C08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7340-69E3-1824-BF0B-74AC812E3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C9853-0A84-4D60-1D17-2B25A8676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DA1FE-4A97-B11A-98A8-5DEC3FB35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C287AC-E30F-3715-0DEA-E94EE5F25B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74DF20-3BED-E097-B0EB-B832C4641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ECD5-F20B-40BE-BDD0-37F49D61D30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D1CBE5-A2B2-343E-62F1-5774E4308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BCC207-C342-D747-146A-86FA2EFA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AE60-E9E8-4D35-8776-8B465B975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9383-EB82-E506-63AE-60523FE5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3078B6-48F7-B02F-6F3B-111914584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ECD5-F20B-40BE-BDD0-37F49D61D30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80E11-77DB-A1F2-6915-5777331DF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B5D0F-A631-E1A1-AA48-9F4605EFF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AE60-E9E8-4D35-8776-8B465B975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833545-A420-6655-BB77-E1E39B87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ECD5-F20B-40BE-BDD0-37F49D61D30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E157C-FD21-8A17-26E4-11A9D03D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3BF32-3526-EBCE-25F1-53460A9E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AE60-E9E8-4D35-8776-8B465B975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74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78D42-6B50-87DE-C844-35598B35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77EBA-8797-DCBE-6CCB-EF16CBD8D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FE45F-94B1-5A44-4177-C088E8844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BCA38-B2F6-5456-7834-212A69AD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ECD5-F20B-40BE-BDD0-37F49D61D30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2A624-BB90-0FFB-4904-DDE72792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015D2-3F38-CBE3-4F43-4573B1223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AE60-E9E8-4D35-8776-8B465B975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6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46BF-ADB0-2C30-24FF-F82742E1A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784F6-2D74-EA82-65B1-8ED380AFC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5EEE5-1DAB-C7A6-CE9E-C1683B8D0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CC74F-5683-6A13-05CF-3334E05E5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ECD5-F20B-40BE-BDD0-37F49D61D30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C6EB6-38CF-2E97-FFA4-9FBB7153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BA2B3-F95D-A405-557F-C92F1E3D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AE60-E9E8-4D35-8776-8B465B975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6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8CD2C-5F8C-3C37-5179-41778233A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A73C4-9713-2E58-CFDE-BCEAC48F9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FF97D-ABCF-C005-134C-38EC7985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ECD5-F20B-40BE-BDD0-37F49D61D30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E577B-2BE0-8FFA-D6E9-2016868C3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242BC-52CD-8BC8-6DE1-787EB589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AE60-E9E8-4D35-8776-8B465B975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8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E4AE90-5B2D-73C7-F245-1E4FE543F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500F5-CDC3-3BEF-4410-99251F7A4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86A11-6FF0-3CBB-EE8C-7DDA72FC4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ECD5-F20B-40BE-BDD0-37F49D61D30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93D5A-D36A-458D-A740-37C3BCF83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879E9-6051-F6A6-ECD0-0413F2BD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AE60-E9E8-4D35-8776-8B465B975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3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5EB11D-5957-C46F-CE37-62A77816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830AB-3747-8194-F334-B34D5F4B2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48D18-5C06-65B3-7D41-5C755A640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36ECD5-F20B-40BE-BDD0-37F49D61D30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E0945-D871-E169-CC46-A48A1B2ABE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888C9-F021-F850-4B73-23FBAE5D9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3AE60-E9E8-4D35-8776-8B465B975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6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92C98-822D-83AE-EF94-786E75898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br>
              <a:rPr lang="en-GB" sz="4800" noProof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4800" noProof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Phishing Resilience: Enhancing Awareness Through Simulation Engagements</a:t>
            </a:r>
            <a:endParaRPr lang="en-GB" sz="4800" noProof="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C2CB6-B7D2-1000-670D-8496929A2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sz="2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pPr algn="l"/>
            <a:r>
              <a:rPr lang="en-GB" sz="28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Adnan Alsaadawi</a:t>
            </a:r>
          </a:p>
        </p:txBody>
      </p:sp>
    </p:spTree>
    <p:extLst>
      <p:ext uri="{BB962C8B-B14F-4D97-AF65-F5344CB8AC3E}">
        <p14:creationId xmlns:p14="http://schemas.microsoft.com/office/powerpoint/2010/main" val="232984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50A37F-6003-98B9-62A9-F0A58CC189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597" y="348865"/>
            <a:ext cx="10044023" cy="8777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GB" sz="40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GB" sz="40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kumimoji="0" lang="en-GB" sz="4000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sz="4000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8C391A64-B41E-5AA3-7A90-EBCC0A1245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269741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8345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B21137-0C1C-C8A5-55D8-E6A6E0EFD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6834" y="1153572"/>
            <a:ext cx="3200400" cy="44611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&amp; Motivation</a:t>
            </a:r>
            <a:endParaRPr kumimoji="0" lang="en-GB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6C13CED1-7B65-4979-8D07-F444FB4CC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🚨 Problem Statement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students are unable to identify realistic phishing emails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awareness methods (e.g., posters, generic emails) have limited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lack of hands-on, engaging phishing training in universities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often do not report suspicious emails when they encounter them</a:t>
            </a:r>
          </a:p>
          <a:p>
            <a:pPr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Motivation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create a safe and realistic phishing simulation for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measure how students respond to real-life phishing tactics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raise awareness through practical experience instead of passive materials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help reduce human error — the most common cause of cyber incidents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92978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984E4D-8000-E179-F5D2-311A09F99A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GB" sz="5400" b="1" i="0" u="none" strike="noStrike" cap="none" normalizeH="0" baseline="0" noProof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GB" sz="5400" b="1" i="0" u="none" strike="noStrike" cap="none" normalizeH="0" baseline="0" noProof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Aim and Objectives</a:t>
            </a:r>
            <a:endParaRPr kumimoji="0" lang="en-GB" sz="5400" b="0" i="0" u="none" strike="noStrike" cap="none" normalizeH="0" baseline="0" noProof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sz="5400" b="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9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0" name="Content Placeholder 19">
            <a:extLst>
              <a:ext uri="{FF2B5EF4-FFF2-40B4-BE49-F238E27FC236}">
                <a16:creationId xmlns:a16="http://schemas.microsoft.com/office/drawing/2014/main" id="{4ADA92CE-6B90-73B1-BA26-FB7D95260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2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Aim:</a:t>
            </a:r>
            <a:br>
              <a:rPr lang="en-GB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phishing awareness and behavioural response among university students through a simulated phishing campaign.</a:t>
            </a:r>
          </a:p>
          <a:p>
            <a:pPr marL="0" indent="0">
              <a:buNone/>
            </a:pPr>
            <a:endParaRPr lang="en-GB" sz="2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GB" sz="22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Objectives:</a:t>
            </a:r>
            <a:endParaRPr lang="en-GB" sz="2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 realistic and convincing phishing scenario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 the campaign to university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user interactions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 awareness levels before and after the simulation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behavioural trends and reporting habits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recommendations for improving phishing awareness</a:t>
            </a:r>
          </a:p>
          <a:p>
            <a:endParaRPr lang="en-GB" sz="2200" noProof="0" dirty="0"/>
          </a:p>
        </p:txBody>
      </p:sp>
    </p:spTree>
    <p:extLst>
      <p:ext uri="{BB962C8B-B14F-4D97-AF65-F5344CB8AC3E}">
        <p14:creationId xmlns:p14="http://schemas.microsoft.com/office/powerpoint/2010/main" val="4189269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48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D0149552-FB9E-98D5-6D0C-A5222DFE89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 rot="16200000">
            <a:off x="-1325880" y="1963714"/>
            <a:ext cx="5961888" cy="2788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sz="4800" noProof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  <a:endParaRPr kumimoji="0" lang="en-GB" sz="48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3" name="Rectangle 4">
            <a:extLst>
              <a:ext uri="{FF2B5EF4-FFF2-40B4-BE49-F238E27FC236}">
                <a16:creationId xmlns:a16="http://schemas.microsoft.com/office/drawing/2014/main" id="{27EB505A-846F-44E8-456B-EDC57404BD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8467176"/>
              </p:ext>
            </p:extLst>
          </p:nvPr>
        </p:nvGraphicFramePr>
        <p:xfrm>
          <a:off x="3794296" y="288758"/>
          <a:ext cx="7740996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19808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BF1F1E-8334-53C6-301D-8CE27EFF75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597" y="348865"/>
            <a:ext cx="10044023" cy="8777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GB" sz="40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GB" sz="4000" b="1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and Solutions</a:t>
            </a:r>
            <a:endParaRPr kumimoji="0" lang="en-GB" sz="4000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sz="4000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F4920C8-7545-1346-FE30-5A375D9658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6368874"/>
              </p:ext>
            </p:extLst>
          </p:nvPr>
        </p:nvGraphicFramePr>
        <p:xfrm>
          <a:off x="1215802" y="2112579"/>
          <a:ext cx="9784337" cy="419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8082">
                  <a:extLst>
                    <a:ext uri="{9D8B030D-6E8A-4147-A177-3AD203B41FA5}">
                      <a16:colId xmlns:a16="http://schemas.microsoft.com/office/drawing/2014/main" val="2825009458"/>
                    </a:ext>
                  </a:extLst>
                </a:gridCol>
                <a:gridCol w="5366255">
                  <a:extLst>
                    <a:ext uri="{9D8B030D-6E8A-4147-A177-3AD203B41FA5}">
                      <a16:colId xmlns:a16="http://schemas.microsoft.com/office/drawing/2014/main" val="942088362"/>
                    </a:ext>
                  </a:extLst>
                </a:gridCol>
              </a:tblGrid>
              <a:tr h="445613">
                <a:tc>
                  <a:txBody>
                    <a:bodyPr/>
                    <a:lstStyle/>
                    <a:p>
                      <a:r>
                        <a:rPr lang="en-GB" sz="2000" b="1" noProof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Challenge</a:t>
                      </a:r>
                      <a:endParaRPr lang="en-GB" sz="2000" noProof="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r>
                        <a:rPr lang="en-GB" sz="2000" b="1" noProof="0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Solution</a:t>
                      </a:r>
                      <a:endParaRPr lang="en-GB" sz="2000" noProof="0" dirty="0">
                        <a:solidFill>
                          <a:schemeClr val="accent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275" marR="101275" marT="50638" marB="50638" anchor="ctr"/>
                </a:tc>
                <a:extLst>
                  <a:ext uri="{0D108BD9-81ED-4DB2-BD59-A6C34878D82A}">
                    <a16:rowId xmlns:a16="http://schemas.microsoft.com/office/drawing/2014/main" val="3494857628"/>
                  </a:ext>
                </a:extLst>
              </a:tr>
              <a:tr h="749439">
                <a:tc>
                  <a:txBody>
                    <a:bodyPr/>
                    <a:lstStyle/>
                    <a:p>
                      <a:r>
                        <a:rPr lang="en-GB" sz="2000" noProof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Gmail SMTP blocked</a:t>
                      </a: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r>
                        <a:rPr lang="en-GB" sz="200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Replaced with </a:t>
                      </a:r>
                      <a:r>
                        <a:rPr lang="en-GB" sz="2000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Mailgun</a:t>
                      </a:r>
                      <a:r>
                        <a:rPr lang="en-GB" sz="200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for secure and reliable email delivery</a:t>
                      </a:r>
                    </a:p>
                  </a:txBody>
                  <a:tcPr marL="101275" marR="101275" marT="50638" marB="50638" anchor="ctr"/>
                </a:tc>
                <a:extLst>
                  <a:ext uri="{0D108BD9-81ED-4DB2-BD59-A6C34878D82A}">
                    <a16:rowId xmlns:a16="http://schemas.microsoft.com/office/drawing/2014/main" val="2048287768"/>
                  </a:ext>
                </a:extLst>
              </a:tr>
              <a:tr h="749439">
                <a:tc>
                  <a:txBody>
                    <a:bodyPr/>
                    <a:lstStyle/>
                    <a:p>
                      <a:r>
                        <a:rPr lang="en-GB" sz="2000" noProof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Emails going to spam</a:t>
                      </a: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r>
                        <a:rPr lang="en-GB" sz="200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Implemented SPF, DKIM, and DMARC authentication on custom domain</a:t>
                      </a:r>
                    </a:p>
                  </a:txBody>
                  <a:tcPr marL="101275" marR="101275" marT="50638" marB="50638" anchor="ctr"/>
                </a:tc>
                <a:extLst>
                  <a:ext uri="{0D108BD9-81ED-4DB2-BD59-A6C34878D82A}">
                    <a16:rowId xmlns:a16="http://schemas.microsoft.com/office/drawing/2014/main" val="3472746012"/>
                  </a:ext>
                </a:extLst>
              </a:tr>
              <a:tr h="749439">
                <a:tc>
                  <a:txBody>
                    <a:bodyPr/>
                    <a:lstStyle/>
                    <a:p>
                      <a:r>
                        <a:rPr lang="en-GB" sz="2000" noProof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Designing realistic phishing content</a:t>
                      </a: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r>
                        <a:rPr lang="en-GB" sz="200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Used HTML/CSS for landing and redirect page styling</a:t>
                      </a:r>
                    </a:p>
                  </a:txBody>
                  <a:tcPr marL="101275" marR="101275" marT="50638" marB="50638" anchor="ctr"/>
                </a:tc>
                <a:extLst>
                  <a:ext uri="{0D108BD9-81ED-4DB2-BD59-A6C34878D82A}">
                    <a16:rowId xmlns:a16="http://schemas.microsoft.com/office/drawing/2014/main" val="3284540176"/>
                  </a:ext>
                </a:extLst>
              </a:tr>
              <a:tr h="749439">
                <a:tc>
                  <a:txBody>
                    <a:bodyPr/>
                    <a:lstStyle/>
                    <a:p>
                      <a:r>
                        <a:rPr lang="en-GB" sz="2000" noProof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Handling real participant data</a:t>
                      </a: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r>
                        <a:rPr lang="en-GB" sz="200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Ensured anonymity and avoided credential storage</a:t>
                      </a:r>
                    </a:p>
                  </a:txBody>
                  <a:tcPr marL="101275" marR="101275" marT="50638" marB="50638" anchor="ctr"/>
                </a:tc>
                <a:extLst>
                  <a:ext uri="{0D108BD9-81ED-4DB2-BD59-A6C34878D82A}">
                    <a16:rowId xmlns:a16="http://schemas.microsoft.com/office/drawing/2014/main" val="3353606658"/>
                  </a:ext>
                </a:extLst>
              </a:tr>
              <a:tr h="749439">
                <a:tc>
                  <a:txBody>
                    <a:bodyPr/>
                    <a:lstStyle/>
                    <a:p>
                      <a:r>
                        <a:rPr lang="en-GB" sz="2000" noProof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Server setup and deployment</a:t>
                      </a: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r>
                        <a:rPr lang="en-GB" sz="200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Deployed </a:t>
                      </a:r>
                      <a:r>
                        <a:rPr lang="en-GB" sz="2000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GoPhish</a:t>
                      </a:r>
                      <a:r>
                        <a:rPr lang="en-GB" sz="200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on </a:t>
                      </a:r>
                      <a:r>
                        <a:rPr lang="en-GB" sz="2000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DigitalOcean</a:t>
                      </a:r>
                      <a:r>
                        <a:rPr lang="en-GB" sz="200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VPS via PuTTY for secure remote access</a:t>
                      </a:r>
                    </a:p>
                  </a:txBody>
                  <a:tcPr marL="101275" marR="101275" marT="50638" marB="50638" anchor="ctr"/>
                </a:tc>
                <a:extLst>
                  <a:ext uri="{0D108BD9-81ED-4DB2-BD59-A6C34878D82A}">
                    <a16:rowId xmlns:a16="http://schemas.microsoft.com/office/drawing/2014/main" val="354142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456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4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304800" dist="3175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79C85-0B4C-6D1D-DF58-7ABBADA26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853796"/>
            <a:ext cx="6032738" cy="1288211"/>
          </a:xfrm>
        </p:spPr>
        <p:txBody>
          <a:bodyPr anchor="b">
            <a:normAutofit/>
          </a:bodyPr>
          <a:lstStyle/>
          <a:p>
            <a:r>
              <a:rPr lang="en-GB" sz="40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&amp;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8BFAD5-251A-D8D1-6E35-DBE551A71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20" y="1818783"/>
            <a:ext cx="6032738" cy="128821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18E1A-4736-DCB2-96C1-29D9FA878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9935" y="717755"/>
            <a:ext cx="3360343" cy="5500221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📈 Campaign Performance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Emails Sent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Rate: 66%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Rate: 22%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 Submissions: 16%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Reports Submitted: 0</a:t>
            </a:r>
          </a:p>
          <a:p>
            <a:pPr>
              <a:buNone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🔍 Key Observations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email subject line and format successfully encouraged opens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noticeable number of students clicked without verifying authenticity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16% of users submitted data on the fake login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participant reported the phishing attempt, indicating a lack of reporting awareness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results confirmed students are vulnerable to realistic phishing emails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400" noProof="0" dirty="0"/>
          </a:p>
          <a:p>
            <a:pPr>
              <a:buFont typeface="Arial" panose="020B0604020202020204" pitchFamily="34" charset="0"/>
              <a:buChar char="•"/>
            </a:pPr>
            <a:endParaRPr lang="en-GB" sz="1400" noProof="0" dirty="0"/>
          </a:p>
          <a:p>
            <a:endParaRPr lang="en-GB" sz="1400" noProof="0" dirty="0"/>
          </a:p>
        </p:txBody>
      </p:sp>
    </p:spTree>
    <p:extLst>
      <p:ext uri="{BB962C8B-B14F-4D97-AF65-F5344CB8AC3E}">
        <p14:creationId xmlns:p14="http://schemas.microsoft.com/office/powerpoint/2010/main" val="3092287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hand holding a pen and shading circles on a sheet">
            <a:extLst>
              <a:ext uri="{FF2B5EF4-FFF2-40B4-BE49-F238E27FC236}">
                <a16:creationId xmlns:a16="http://schemas.microsoft.com/office/drawing/2014/main" id="{89A75EDE-2AD2-FD93-6F26-04B9DE2322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091" b="1221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454CD1-A243-4391-2249-8AE6119E2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lang="en-GB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Feedback</a:t>
            </a:r>
            <a:endParaRPr kumimoji="0" lang="en-GB" b="1" i="0" u="none" strike="noStrike" cap="none" normalizeH="0" baseline="0" noProof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031C8-0E6E-3F2C-368E-9EFBB4BA7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b="1" dirty="0"/>
              <a:t>📊 Post-Simulation Survey Highlights</a:t>
            </a: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96% of participants reported increased phishing awareness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Most rated the phishing email as believable and professional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Many admitted they would have clicked the link in a real scenario</a:t>
            </a:r>
          </a:p>
          <a:p>
            <a:pPr>
              <a:buNone/>
            </a:pPr>
            <a:r>
              <a:rPr lang="en-US" sz="2600" b="1" dirty="0"/>
              <a:t>🧠 Key Lessons Learnt By Students</a:t>
            </a: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Always verify the sender’s email address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Hover over links before clicking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Be cautious of urgency or emotionally persuasive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Don’t trust emails based on appearance alone</a:t>
            </a:r>
          </a:p>
          <a:p>
            <a:pPr marL="0" indent="0">
              <a:buNone/>
            </a:pPr>
            <a:endParaRPr lang="en-GB" sz="2600" noProof="0" dirty="0"/>
          </a:p>
        </p:txBody>
      </p:sp>
    </p:spTree>
    <p:extLst>
      <p:ext uri="{BB962C8B-B14F-4D97-AF65-F5344CB8AC3E}">
        <p14:creationId xmlns:p14="http://schemas.microsoft.com/office/powerpoint/2010/main" val="1956151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63ECF3-1241-1A66-0A9D-0DDDB50BAA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16054" y="1261137"/>
            <a:ext cx="8959893" cy="8883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GB" sz="2700" b="1" i="0" u="none" strike="noStrike" cap="none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GB" sz="2700" b="1" i="0" u="none" strike="noStrike" cap="none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Demonstration</a:t>
            </a:r>
            <a:endParaRPr kumimoji="0" lang="en-GB" sz="2700" b="0" i="0" u="none" strike="noStrike" cap="none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sz="2700" b="0" i="0" u="none" strike="noStrike" cap="none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30">
            <a:extLst>
              <a:ext uri="{FF2B5EF4-FFF2-40B4-BE49-F238E27FC236}">
                <a16:creationId xmlns:a16="http://schemas.microsoft.com/office/drawing/2014/main" id="{C2BD83F7-A585-AE46-97FE-B28A494A2A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16054" y="2427383"/>
            <a:ext cx="8959892" cy="31694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None/>
            </a:pP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🛠️ What I Will Demonstrate: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GoPhish campaign setup with target group and sending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Phishing email design using a scholarship theme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Landing page that mimics a university login portal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Redirect page hosted on GitHub explaining the simulation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GoPhish tracking dashboard showing opens, clicks, and submissions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survey responses from participants (before and after simulation)</a:t>
            </a:r>
          </a:p>
        </p:txBody>
      </p:sp>
    </p:spTree>
    <p:extLst>
      <p:ext uri="{BB962C8B-B14F-4D97-AF65-F5344CB8AC3E}">
        <p14:creationId xmlns:p14="http://schemas.microsoft.com/office/powerpoint/2010/main" val="1733367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erson holding a puzzle piece">
            <a:extLst>
              <a:ext uri="{FF2B5EF4-FFF2-40B4-BE49-F238E27FC236}">
                <a16:creationId xmlns:a16="http://schemas.microsoft.com/office/drawing/2014/main" id="{76352251-ACF9-557C-647C-E1A111071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77" r="9091" b="1074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D18FAE-7C8B-433B-CE91-1FEDAB1914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for Future Improvement</a:t>
            </a:r>
            <a:endParaRPr kumimoji="0" lang="en-GB" b="1" i="0" u="none" strike="noStrike" cap="none" normalizeH="0" baseline="0" noProof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4A22B-CF40-710B-10C8-38AD104A3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 regular phishing simulations for both students and staff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simple reporting tools in university email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interactive training methods to improve engagement and retention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instant feedback after each simulated attack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simulations to include SMS and social media phishing scenarios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Collaborate with IT teams to build a culture of cyber awareness</a:t>
            </a:r>
          </a:p>
          <a:p>
            <a:endParaRPr lang="en-GB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560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282A30-C187-1CF1-3E7D-4FEE8180AB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697" r="9091" b="769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E05D8B-64E3-4565-E2D0-5D30B124A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6" name="Rectangle 1">
            <a:extLst>
              <a:ext uri="{FF2B5EF4-FFF2-40B4-BE49-F238E27FC236}">
                <a16:creationId xmlns:a16="http://schemas.microsoft.com/office/drawing/2014/main" id="{34FBFB19-1A61-54A3-77F6-006796D960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75471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89720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6" name="Picture 5" descr="Different colored question marks">
            <a:extLst>
              <a:ext uri="{FF2B5EF4-FFF2-40B4-BE49-F238E27FC236}">
                <a16:creationId xmlns:a16="http://schemas.microsoft.com/office/drawing/2014/main" id="{5639E48F-B7AC-BAF9-51D4-0B9562B426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56" b="5556"/>
          <a:stretch/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19" name="Rectangle 4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0" cy="6038850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0 w 12198350"/>
              <a:gd name="connsiteY4" fmla="*/ 5835650 h 5835650"/>
              <a:gd name="connsiteX5" fmla="*/ 0 w 12198350"/>
              <a:gd name="connsiteY5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0 w 12198350"/>
              <a:gd name="connsiteY5" fmla="*/ 5835650 h 5835650"/>
              <a:gd name="connsiteX6" fmla="*/ 0 w 12198350"/>
              <a:gd name="connsiteY6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822450 w 12198350"/>
              <a:gd name="connsiteY5" fmla="*/ 58293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727200 w 12198350"/>
              <a:gd name="connsiteY5" fmla="*/ 54864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3854450 w 12198350"/>
              <a:gd name="connsiteY5" fmla="*/ 5695950 h 5835650"/>
              <a:gd name="connsiteX6" fmla="*/ 1727200 w 12198350"/>
              <a:gd name="connsiteY6" fmla="*/ 5486400 h 5835650"/>
              <a:gd name="connsiteX7" fmla="*/ 0 w 12198350"/>
              <a:gd name="connsiteY7" fmla="*/ 5835650 h 5835650"/>
              <a:gd name="connsiteX8" fmla="*/ 0 w 12198350"/>
              <a:gd name="connsiteY8" fmla="*/ 0 h 5835650"/>
              <a:gd name="connsiteX0" fmla="*/ 0 w 12198350"/>
              <a:gd name="connsiteY0" fmla="*/ 0 h 5842000"/>
              <a:gd name="connsiteX1" fmla="*/ 12192000 w 12198350"/>
              <a:gd name="connsiteY1" fmla="*/ 0 h 5842000"/>
              <a:gd name="connsiteX2" fmla="*/ 12198350 w 12198350"/>
              <a:gd name="connsiteY2" fmla="*/ 3505200 h 5842000"/>
              <a:gd name="connsiteX3" fmla="*/ 12192000 w 12198350"/>
              <a:gd name="connsiteY3" fmla="*/ 5835650 h 5842000"/>
              <a:gd name="connsiteX4" fmla="*/ 5060950 w 12198350"/>
              <a:gd name="connsiteY4" fmla="*/ 5835650 h 5842000"/>
              <a:gd name="connsiteX5" fmla="*/ 3663950 w 12198350"/>
              <a:gd name="connsiteY5" fmla="*/ 5842000 h 5842000"/>
              <a:gd name="connsiteX6" fmla="*/ 1727200 w 12198350"/>
              <a:gd name="connsiteY6" fmla="*/ 5486400 h 5842000"/>
              <a:gd name="connsiteX7" fmla="*/ 0 w 12198350"/>
              <a:gd name="connsiteY7" fmla="*/ 5835650 h 5842000"/>
              <a:gd name="connsiteX8" fmla="*/ 0 w 12198350"/>
              <a:gd name="connsiteY8" fmla="*/ 0 h 584200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4883150 w 12198350"/>
              <a:gd name="connsiteY4" fmla="*/ 5924550 h 5924550"/>
              <a:gd name="connsiteX5" fmla="*/ 3663950 w 12198350"/>
              <a:gd name="connsiteY5" fmla="*/ 5842000 h 5924550"/>
              <a:gd name="connsiteX6" fmla="*/ 1727200 w 12198350"/>
              <a:gd name="connsiteY6" fmla="*/ 5486400 h 5924550"/>
              <a:gd name="connsiteX7" fmla="*/ 0 w 12198350"/>
              <a:gd name="connsiteY7" fmla="*/ 5835650 h 5924550"/>
              <a:gd name="connsiteX8" fmla="*/ 0 w 12198350"/>
              <a:gd name="connsiteY8" fmla="*/ 0 h 592455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8318500 w 12198350"/>
              <a:gd name="connsiteY4" fmla="*/ 5867400 h 5924550"/>
              <a:gd name="connsiteX5" fmla="*/ 4883150 w 12198350"/>
              <a:gd name="connsiteY5" fmla="*/ 5924550 h 5924550"/>
              <a:gd name="connsiteX6" fmla="*/ 3663950 w 12198350"/>
              <a:gd name="connsiteY6" fmla="*/ 5842000 h 5924550"/>
              <a:gd name="connsiteX7" fmla="*/ 1727200 w 12198350"/>
              <a:gd name="connsiteY7" fmla="*/ 5486400 h 5924550"/>
              <a:gd name="connsiteX8" fmla="*/ 0 w 12198350"/>
              <a:gd name="connsiteY8" fmla="*/ 5835650 h 5924550"/>
              <a:gd name="connsiteX9" fmla="*/ 0 w 12198350"/>
              <a:gd name="connsiteY9" fmla="*/ 0 h 59245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9766300 w 12198350"/>
              <a:gd name="connsiteY4" fmla="*/ 59245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25525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8813800 w 12198350"/>
              <a:gd name="connsiteY3" fmla="*/ 57467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623550 w 12198350"/>
              <a:gd name="connsiteY3" fmla="*/ 48006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18540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766550 w 12198350"/>
              <a:gd name="connsiteY3" fmla="*/ 410845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FFFFFF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124CCC-174F-1043-ACEC-9063B8BC2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7200" b="1" noProof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Q&amp;A</a:t>
            </a:r>
            <a:br>
              <a:rPr lang="en-GB" sz="7200" noProof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7200" noProof="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D15CBD-5DC8-50DB-B5F6-1077F96AE5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5024" y="3809999"/>
            <a:ext cx="7025753" cy="10127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Aft>
                <a:spcPts val="600"/>
              </a:spcAft>
              <a:buClrTx/>
              <a:buSzTx/>
              <a:buNone/>
              <a:tabLst/>
            </a:pPr>
            <a:r>
              <a:rPr kumimoji="0" lang="en-GB" sz="2400" b="0" i="0" u="none" strike="noStrike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listening , I'm happy to answer any question.</a:t>
            </a:r>
          </a:p>
        </p:txBody>
      </p:sp>
    </p:spTree>
    <p:extLst>
      <p:ext uri="{BB962C8B-B14F-4D97-AF65-F5344CB8AC3E}">
        <p14:creationId xmlns:p14="http://schemas.microsoft.com/office/powerpoint/2010/main" val="3008093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683</Words>
  <Application>Microsoft Office PowerPoint</Application>
  <PresentationFormat>Widescreen</PresentationFormat>
  <Paragraphs>102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 Phishing Resilience: Enhancing Awareness Through Simulation Engagements</vt:lpstr>
      <vt:lpstr> Introduction </vt:lpstr>
      <vt:lpstr>Problem Statement &amp; Motivation </vt:lpstr>
      <vt:lpstr> Aim and Objectives </vt:lpstr>
      <vt:lpstr>Methodology</vt:lpstr>
      <vt:lpstr> Challenges and Solutions </vt:lpstr>
      <vt:lpstr>Results &amp; Analysis</vt:lpstr>
      <vt:lpstr> Simulation Feedback</vt:lpstr>
      <vt:lpstr> Project Demonstration </vt:lpstr>
      <vt:lpstr>Recommendations for Future Improvement</vt:lpstr>
      <vt:lpstr>Conclusion</vt:lpstr>
      <vt:lpstr>Q&amp;A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Alsaadawi, Adnan A</dc:creator>
  <cp:lastModifiedBy>Alsaadawi, Adnan A</cp:lastModifiedBy>
  <cp:revision>1</cp:revision>
  <dcterms:created xsi:type="dcterms:W3CDTF">2025-04-08T17:28:25Z</dcterms:created>
  <dcterms:modified xsi:type="dcterms:W3CDTF">2025-04-10T12:36:53Z</dcterms:modified>
</cp:coreProperties>
</file>